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sv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4" Type="http://schemas.openxmlformats.org/officeDocument/2006/relationships/image" Target="../media/image5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sv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4" Type="http://schemas.openxmlformats.org/officeDocument/2006/relationships/image" Target="../media/image5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8CD3DB-67D5-4353-8F53-142D3690738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BB9F168-8AAC-43D4-A8AD-BB8B12856C69}">
      <dgm:prSet/>
      <dgm:spPr/>
      <dgm:t>
        <a:bodyPr/>
        <a:lstStyle/>
        <a:p>
          <a:r>
            <a:rPr lang="en-US" b="0" i="0"/>
            <a:t>Proposal for Digital Canteen Solution</a:t>
          </a:r>
          <a:endParaRPr lang="en-US"/>
        </a:p>
      </dgm:t>
    </dgm:pt>
    <dgm:pt modelId="{3A629DED-8A2E-40EA-B1B6-17FC57E5D5F0}" type="parTrans" cxnId="{68C0095D-2E39-4421-B90C-697118271A2A}">
      <dgm:prSet/>
      <dgm:spPr/>
      <dgm:t>
        <a:bodyPr/>
        <a:lstStyle/>
        <a:p>
          <a:endParaRPr lang="en-US"/>
        </a:p>
      </dgm:t>
    </dgm:pt>
    <dgm:pt modelId="{11593282-BF5C-4D68-82DF-9CBE7209C6F5}" type="sibTrans" cxnId="{68C0095D-2E39-4421-B90C-697118271A2A}">
      <dgm:prSet/>
      <dgm:spPr/>
      <dgm:t>
        <a:bodyPr/>
        <a:lstStyle/>
        <a:p>
          <a:endParaRPr lang="en-US"/>
        </a:p>
      </dgm:t>
    </dgm:pt>
    <dgm:pt modelId="{8390FAB0-FBCA-47BB-98F8-F0CB492B8D28}">
      <dgm:prSet/>
      <dgm:spPr/>
      <dgm:t>
        <a:bodyPr/>
        <a:lstStyle/>
        <a:p>
          <a:r>
            <a:rPr lang="en-US" b="0" i="0"/>
            <a:t>Presented by Santosh Meher</a:t>
          </a:r>
          <a:endParaRPr lang="en-US"/>
        </a:p>
      </dgm:t>
    </dgm:pt>
    <dgm:pt modelId="{5FDB207A-5048-4D1B-8C54-6FC6C4F8531E}" type="parTrans" cxnId="{08198DD8-2756-4FF2-A1F7-C8067DBF4377}">
      <dgm:prSet/>
      <dgm:spPr/>
      <dgm:t>
        <a:bodyPr/>
        <a:lstStyle/>
        <a:p>
          <a:endParaRPr lang="en-US"/>
        </a:p>
      </dgm:t>
    </dgm:pt>
    <dgm:pt modelId="{A096BA34-FDE1-4C22-8AEA-A2924278FF84}" type="sibTrans" cxnId="{08198DD8-2756-4FF2-A1F7-C8067DBF4377}">
      <dgm:prSet/>
      <dgm:spPr/>
      <dgm:t>
        <a:bodyPr/>
        <a:lstStyle/>
        <a:p>
          <a:endParaRPr lang="en-US"/>
        </a:p>
      </dgm:t>
    </dgm:pt>
    <dgm:pt modelId="{99B292C6-EA7A-434A-BA9C-FB61F143C660}" type="pres">
      <dgm:prSet presAssocID="{268CD3DB-67D5-4353-8F53-142D3690738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90BE1F1-C300-46B6-9C22-FBB276BF93E7}" type="pres">
      <dgm:prSet presAssocID="{0BB9F168-8AAC-43D4-A8AD-BB8B12856C69}" presName="hierRoot1" presStyleCnt="0"/>
      <dgm:spPr/>
    </dgm:pt>
    <dgm:pt modelId="{6530422D-CA09-4950-8AE8-3C942C335D98}" type="pres">
      <dgm:prSet presAssocID="{0BB9F168-8AAC-43D4-A8AD-BB8B12856C69}" presName="composite" presStyleCnt="0"/>
      <dgm:spPr/>
    </dgm:pt>
    <dgm:pt modelId="{0ED2BF6F-006C-4F9A-9E64-A75887F66FB9}" type="pres">
      <dgm:prSet presAssocID="{0BB9F168-8AAC-43D4-A8AD-BB8B12856C69}" presName="background" presStyleLbl="node0" presStyleIdx="0" presStyleCnt="2"/>
      <dgm:spPr/>
    </dgm:pt>
    <dgm:pt modelId="{36025C6F-A500-4EDE-9802-B1E13819D037}" type="pres">
      <dgm:prSet presAssocID="{0BB9F168-8AAC-43D4-A8AD-BB8B12856C69}" presName="text" presStyleLbl="fgAcc0" presStyleIdx="0" presStyleCnt="2">
        <dgm:presLayoutVars>
          <dgm:chPref val="3"/>
        </dgm:presLayoutVars>
      </dgm:prSet>
      <dgm:spPr/>
    </dgm:pt>
    <dgm:pt modelId="{059B75D5-5BE0-4078-8C3C-5BFEBC99E2B1}" type="pres">
      <dgm:prSet presAssocID="{0BB9F168-8AAC-43D4-A8AD-BB8B12856C69}" presName="hierChild2" presStyleCnt="0"/>
      <dgm:spPr/>
    </dgm:pt>
    <dgm:pt modelId="{C7E54AA8-7FB4-45BC-BD4F-3B2C8F90A244}" type="pres">
      <dgm:prSet presAssocID="{8390FAB0-FBCA-47BB-98F8-F0CB492B8D28}" presName="hierRoot1" presStyleCnt="0"/>
      <dgm:spPr/>
    </dgm:pt>
    <dgm:pt modelId="{BC04D78B-4672-4270-9F07-F2B6890765DC}" type="pres">
      <dgm:prSet presAssocID="{8390FAB0-FBCA-47BB-98F8-F0CB492B8D28}" presName="composite" presStyleCnt="0"/>
      <dgm:spPr/>
    </dgm:pt>
    <dgm:pt modelId="{DA95D405-0E4B-42B0-B16F-F12E4478BC23}" type="pres">
      <dgm:prSet presAssocID="{8390FAB0-FBCA-47BB-98F8-F0CB492B8D28}" presName="background" presStyleLbl="node0" presStyleIdx="1" presStyleCnt="2"/>
      <dgm:spPr/>
    </dgm:pt>
    <dgm:pt modelId="{0827E077-D54F-4878-BE02-828A1E717E35}" type="pres">
      <dgm:prSet presAssocID="{8390FAB0-FBCA-47BB-98F8-F0CB492B8D28}" presName="text" presStyleLbl="fgAcc0" presStyleIdx="1" presStyleCnt="2">
        <dgm:presLayoutVars>
          <dgm:chPref val="3"/>
        </dgm:presLayoutVars>
      </dgm:prSet>
      <dgm:spPr/>
    </dgm:pt>
    <dgm:pt modelId="{7D966F22-9FDD-4778-A714-401C5FED9429}" type="pres">
      <dgm:prSet presAssocID="{8390FAB0-FBCA-47BB-98F8-F0CB492B8D28}" presName="hierChild2" presStyleCnt="0"/>
      <dgm:spPr/>
    </dgm:pt>
  </dgm:ptLst>
  <dgm:cxnLst>
    <dgm:cxn modelId="{AC310B34-2D23-406E-AE6E-FA8A874AFD1B}" type="presOf" srcId="{0BB9F168-8AAC-43D4-A8AD-BB8B12856C69}" destId="{36025C6F-A500-4EDE-9802-B1E13819D037}" srcOrd="0" destOrd="0" presId="urn:microsoft.com/office/officeart/2005/8/layout/hierarchy1"/>
    <dgm:cxn modelId="{7F663B38-4216-4AC3-ABD4-B3A543CFB830}" type="presOf" srcId="{268CD3DB-67D5-4353-8F53-142D36907386}" destId="{99B292C6-EA7A-434A-BA9C-FB61F143C660}" srcOrd="0" destOrd="0" presId="urn:microsoft.com/office/officeart/2005/8/layout/hierarchy1"/>
    <dgm:cxn modelId="{68C0095D-2E39-4421-B90C-697118271A2A}" srcId="{268CD3DB-67D5-4353-8F53-142D36907386}" destId="{0BB9F168-8AAC-43D4-A8AD-BB8B12856C69}" srcOrd="0" destOrd="0" parTransId="{3A629DED-8A2E-40EA-B1B6-17FC57E5D5F0}" sibTransId="{11593282-BF5C-4D68-82DF-9CBE7209C6F5}"/>
    <dgm:cxn modelId="{1919C146-2513-4597-9F29-D2F13979A9F8}" type="presOf" srcId="{8390FAB0-FBCA-47BB-98F8-F0CB492B8D28}" destId="{0827E077-D54F-4878-BE02-828A1E717E35}" srcOrd="0" destOrd="0" presId="urn:microsoft.com/office/officeart/2005/8/layout/hierarchy1"/>
    <dgm:cxn modelId="{08198DD8-2756-4FF2-A1F7-C8067DBF4377}" srcId="{268CD3DB-67D5-4353-8F53-142D36907386}" destId="{8390FAB0-FBCA-47BB-98F8-F0CB492B8D28}" srcOrd="1" destOrd="0" parTransId="{5FDB207A-5048-4D1B-8C54-6FC6C4F8531E}" sibTransId="{A096BA34-FDE1-4C22-8AEA-A2924278FF84}"/>
    <dgm:cxn modelId="{CF5C66B5-CE16-4174-8874-9E0B26B0DC60}" type="presParOf" srcId="{99B292C6-EA7A-434A-BA9C-FB61F143C660}" destId="{290BE1F1-C300-46B6-9C22-FBB276BF93E7}" srcOrd="0" destOrd="0" presId="urn:microsoft.com/office/officeart/2005/8/layout/hierarchy1"/>
    <dgm:cxn modelId="{9942266B-B9C1-4323-B800-48733E5BF6D6}" type="presParOf" srcId="{290BE1F1-C300-46B6-9C22-FBB276BF93E7}" destId="{6530422D-CA09-4950-8AE8-3C942C335D98}" srcOrd="0" destOrd="0" presId="urn:microsoft.com/office/officeart/2005/8/layout/hierarchy1"/>
    <dgm:cxn modelId="{BBBFF79F-BE8A-49A2-8084-C15C4D435798}" type="presParOf" srcId="{6530422D-CA09-4950-8AE8-3C942C335D98}" destId="{0ED2BF6F-006C-4F9A-9E64-A75887F66FB9}" srcOrd="0" destOrd="0" presId="urn:microsoft.com/office/officeart/2005/8/layout/hierarchy1"/>
    <dgm:cxn modelId="{CA937CD0-6197-48D0-88EC-F34277DC8DA8}" type="presParOf" srcId="{6530422D-CA09-4950-8AE8-3C942C335D98}" destId="{36025C6F-A500-4EDE-9802-B1E13819D037}" srcOrd="1" destOrd="0" presId="urn:microsoft.com/office/officeart/2005/8/layout/hierarchy1"/>
    <dgm:cxn modelId="{FA833788-D8A6-4FD0-9BF7-B4D59DD0100F}" type="presParOf" srcId="{290BE1F1-C300-46B6-9C22-FBB276BF93E7}" destId="{059B75D5-5BE0-4078-8C3C-5BFEBC99E2B1}" srcOrd="1" destOrd="0" presId="urn:microsoft.com/office/officeart/2005/8/layout/hierarchy1"/>
    <dgm:cxn modelId="{65F5C19E-0E6D-4823-BD9C-7E7942E3CE53}" type="presParOf" srcId="{99B292C6-EA7A-434A-BA9C-FB61F143C660}" destId="{C7E54AA8-7FB4-45BC-BD4F-3B2C8F90A244}" srcOrd="1" destOrd="0" presId="urn:microsoft.com/office/officeart/2005/8/layout/hierarchy1"/>
    <dgm:cxn modelId="{10C29960-F632-4E12-B535-6B6B2B70563B}" type="presParOf" srcId="{C7E54AA8-7FB4-45BC-BD4F-3B2C8F90A244}" destId="{BC04D78B-4672-4270-9F07-F2B6890765DC}" srcOrd="0" destOrd="0" presId="urn:microsoft.com/office/officeart/2005/8/layout/hierarchy1"/>
    <dgm:cxn modelId="{39DA8328-3150-4C98-BDAC-B2A6AA5BD83E}" type="presParOf" srcId="{BC04D78B-4672-4270-9F07-F2B6890765DC}" destId="{DA95D405-0E4B-42B0-B16F-F12E4478BC23}" srcOrd="0" destOrd="0" presId="urn:microsoft.com/office/officeart/2005/8/layout/hierarchy1"/>
    <dgm:cxn modelId="{220B7A1D-F527-4EC5-8275-E75BB6A5F1D1}" type="presParOf" srcId="{BC04D78B-4672-4270-9F07-F2B6890765DC}" destId="{0827E077-D54F-4878-BE02-828A1E717E35}" srcOrd="1" destOrd="0" presId="urn:microsoft.com/office/officeart/2005/8/layout/hierarchy1"/>
    <dgm:cxn modelId="{FEF35F1E-7360-4553-9FEB-2466D3ADE624}" type="presParOf" srcId="{C7E54AA8-7FB4-45BC-BD4F-3B2C8F90A244}" destId="{7D966F22-9FDD-4778-A714-401C5FED942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55C4D1C-C6FE-4104-83F5-4FD16F10E9B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72B4911-7DE9-47F2-8A41-1722FBB544DA}">
      <dgm:prSet/>
      <dgm:spPr/>
      <dgm:t>
        <a:bodyPr/>
        <a:lstStyle/>
        <a:p>
          <a:pPr>
            <a:defRPr cap="all"/>
          </a:pPr>
          <a:r>
            <a:rPr lang="en-US" b="0" i="0"/>
            <a:t>Digitize canteen operations</a:t>
          </a:r>
          <a:endParaRPr lang="en-US"/>
        </a:p>
      </dgm:t>
    </dgm:pt>
    <dgm:pt modelId="{34D7CDDA-5345-45B5-AF7F-6B6BDF2ACA01}" type="parTrans" cxnId="{FBE3F40A-660C-412C-94CB-B1A300FB3476}">
      <dgm:prSet/>
      <dgm:spPr/>
      <dgm:t>
        <a:bodyPr/>
        <a:lstStyle/>
        <a:p>
          <a:endParaRPr lang="en-US"/>
        </a:p>
      </dgm:t>
    </dgm:pt>
    <dgm:pt modelId="{653153C7-FD6B-43B8-8F4A-FA6164D79B88}" type="sibTrans" cxnId="{FBE3F40A-660C-412C-94CB-B1A300FB3476}">
      <dgm:prSet/>
      <dgm:spPr/>
      <dgm:t>
        <a:bodyPr/>
        <a:lstStyle/>
        <a:p>
          <a:endParaRPr lang="en-US"/>
        </a:p>
      </dgm:t>
    </dgm:pt>
    <dgm:pt modelId="{F194A06E-A995-4D8B-9738-85C7D09AE369}">
      <dgm:prSet/>
      <dgm:spPr/>
      <dgm:t>
        <a:bodyPr/>
        <a:lstStyle/>
        <a:p>
          <a:pPr>
            <a:defRPr cap="all"/>
          </a:pPr>
          <a:r>
            <a:rPr lang="en-US" b="0" i="0"/>
            <a:t>Enable pre-booking using credits</a:t>
          </a:r>
          <a:endParaRPr lang="en-US"/>
        </a:p>
      </dgm:t>
    </dgm:pt>
    <dgm:pt modelId="{ED517A23-A94F-47D8-BD1A-DF05BF231C40}" type="parTrans" cxnId="{D6A22C1C-9E5E-4D69-8D12-87BFFFD19FF3}">
      <dgm:prSet/>
      <dgm:spPr/>
      <dgm:t>
        <a:bodyPr/>
        <a:lstStyle/>
        <a:p>
          <a:endParaRPr lang="en-US"/>
        </a:p>
      </dgm:t>
    </dgm:pt>
    <dgm:pt modelId="{92BB2883-8980-4DED-9530-8DD7D32F0000}" type="sibTrans" cxnId="{D6A22C1C-9E5E-4D69-8D12-87BFFFD19FF3}">
      <dgm:prSet/>
      <dgm:spPr/>
      <dgm:t>
        <a:bodyPr/>
        <a:lstStyle/>
        <a:p>
          <a:endParaRPr lang="en-US"/>
        </a:p>
      </dgm:t>
    </dgm:pt>
    <dgm:pt modelId="{39C62FEB-56D6-4540-9CE5-34EE36C6B9EE}">
      <dgm:prSet/>
      <dgm:spPr/>
      <dgm:t>
        <a:bodyPr/>
        <a:lstStyle/>
        <a:p>
          <a:pPr>
            <a:defRPr cap="all"/>
          </a:pPr>
          <a:r>
            <a:rPr lang="en-US" b="0" i="0"/>
            <a:t>Improve efficiency for HR, staff, and canteen</a:t>
          </a:r>
          <a:endParaRPr lang="en-US"/>
        </a:p>
      </dgm:t>
    </dgm:pt>
    <dgm:pt modelId="{29FA5DB1-87FF-4A16-ADB7-C6AA153EFD4F}" type="parTrans" cxnId="{094369B2-09DE-4BA1-B962-7AB4D853C01A}">
      <dgm:prSet/>
      <dgm:spPr/>
      <dgm:t>
        <a:bodyPr/>
        <a:lstStyle/>
        <a:p>
          <a:endParaRPr lang="en-US"/>
        </a:p>
      </dgm:t>
    </dgm:pt>
    <dgm:pt modelId="{1A8D94BA-C7AE-4289-8A46-6086B20B8A1B}" type="sibTrans" cxnId="{094369B2-09DE-4BA1-B962-7AB4D853C01A}">
      <dgm:prSet/>
      <dgm:spPr/>
      <dgm:t>
        <a:bodyPr/>
        <a:lstStyle/>
        <a:p>
          <a:endParaRPr lang="en-US"/>
        </a:p>
      </dgm:t>
    </dgm:pt>
    <dgm:pt modelId="{AD430BE0-970F-4B50-9012-C2CD9F2003C1}" type="pres">
      <dgm:prSet presAssocID="{855C4D1C-C6FE-4104-83F5-4FD16F10E9BE}" presName="root" presStyleCnt="0">
        <dgm:presLayoutVars>
          <dgm:dir/>
          <dgm:resizeHandles val="exact"/>
        </dgm:presLayoutVars>
      </dgm:prSet>
      <dgm:spPr/>
    </dgm:pt>
    <dgm:pt modelId="{7CAF1DC1-5BEB-4D5A-A004-C90585DE08C3}" type="pres">
      <dgm:prSet presAssocID="{872B4911-7DE9-47F2-8A41-1722FBB544DA}" presName="compNode" presStyleCnt="0"/>
      <dgm:spPr/>
    </dgm:pt>
    <dgm:pt modelId="{222ACCD8-3BEA-4786-9655-8A5FB133928E}" type="pres">
      <dgm:prSet presAssocID="{872B4911-7DE9-47F2-8A41-1722FBB544DA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236A298-5B47-45DE-92C2-E2E4A4699E62}" type="pres">
      <dgm:prSet presAssocID="{872B4911-7DE9-47F2-8A41-1722FBB544D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3F64C91-D1DD-49B9-B32C-BDCC9088083A}" type="pres">
      <dgm:prSet presAssocID="{872B4911-7DE9-47F2-8A41-1722FBB544DA}" presName="spaceRect" presStyleCnt="0"/>
      <dgm:spPr/>
    </dgm:pt>
    <dgm:pt modelId="{8C0DB43C-2F4D-4E42-8EBD-04C71E294221}" type="pres">
      <dgm:prSet presAssocID="{872B4911-7DE9-47F2-8A41-1722FBB544DA}" presName="textRect" presStyleLbl="revTx" presStyleIdx="0" presStyleCnt="3">
        <dgm:presLayoutVars>
          <dgm:chMax val="1"/>
          <dgm:chPref val="1"/>
        </dgm:presLayoutVars>
      </dgm:prSet>
      <dgm:spPr/>
    </dgm:pt>
    <dgm:pt modelId="{56C4D34F-677F-41EA-A078-EB7D1C0F7E2B}" type="pres">
      <dgm:prSet presAssocID="{653153C7-FD6B-43B8-8F4A-FA6164D79B88}" presName="sibTrans" presStyleCnt="0"/>
      <dgm:spPr/>
    </dgm:pt>
    <dgm:pt modelId="{BD4201A3-728F-4444-9EE8-07C23EC31608}" type="pres">
      <dgm:prSet presAssocID="{F194A06E-A995-4D8B-9738-85C7D09AE369}" presName="compNode" presStyleCnt="0"/>
      <dgm:spPr/>
    </dgm:pt>
    <dgm:pt modelId="{00E68D77-E4E1-4BA7-8096-812844C4E261}" type="pres">
      <dgm:prSet presAssocID="{F194A06E-A995-4D8B-9738-85C7D09AE369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AFFB798-2447-4A7E-A030-671AD688D43E}" type="pres">
      <dgm:prSet presAssocID="{F194A06E-A995-4D8B-9738-85C7D09AE36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2F307F03-DCE8-4E5C-9139-D5A67EB71A58}" type="pres">
      <dgm:prSet presAssocID="{F194A06E-A995-4D8B-9738-85C7D09AE369}" presName="spaceRect" presStyleCnt="0"/>
      <dgm:spPr/>
    </dgm:pt>
    <dgm:pt modelId="{2A521535-D21B-4E44-8A35-A566957350FA}" type="pres">
      <dgm:prSet presAssocID="{F194A06E-A995-4D8B-9738-85C7D09AE369}" presName="textRect" presStyleLbl="revTx" presStyleIdx="1" presStyleCnt="3">
        <dgm:presLayoutVars>
          <dgm:chMax val="1"/>
          <dgm:chPref val="1"/>
        </dgm:presLayoutVars>
      </dgm:prSet>
      <dgm:spPr/>
    </dgm:pt>
    <dgm:pt modelId="{2C6B0CBD-B4A7-4B92-9BDD-BD33EFD70A95}" type="pres">
      <dgm:prSet presAssocID="{92BB2883-8980-4DED-9530-8DD7D32F0000}" presName="sibTrans" presStyleCnt="0"/>
      <dgm:spPr/>
    </dgm:pt>
    <dgm:pt modelId="{38DC2BB4-EFBD-466E-8E3C-4A5771719C89}" type="pres">
      <dgm:prSet presAssocID="{39C62FEB-56D6-4540-9CE5-34EE36C6B9EE}" presName="compNode" presStyleCnt="0"/>
      <dgm:spPr/>
    </dgm:pt>
    <dgm:pt modelId="{6E38D179-11D0-41B2-BC9A-C89401DB94ED}" type="pres">
      <dgm:prSet presAssocID="{39C62FEB-56D6-4540-9CE5-34EE36C6B9EE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C8C439A3-0D25-4986-A4FD-E3A9619AD502}" type="pres">
      <dgm:prSet presAssocID="{39C62FEB-56D6-4540-9CE5-34EE36C6B9E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A6DC4F45-CE63-4826-A014-FEA9F35E6756}" type="pres">
      <dgm:prSet presAssocID="{39C62FEB-56D6-4540-9CE5-34EE36C6B9EE}" presName="spaceRect" presStyleCnt="0"/>
      <dgm:spPr/>
    </dgm:pt>
    <dgm:pt modelId="{530E389A-AA1D-4652-B714-EA57DC701C77}" type="pres">
      <dgm:prSet presAssocID="{39C62FEB-56D6-4540-9CE5-34EE36C6B9E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EE26707-743A-4942-BB99-9F1761A42671}" type="presOf" srcId="{F194A06E-A995-4D8B-9738-85C7D09AE369}" destId="{2A521535-D21B-4E44-8A35-A566957350FA}" srcOrd="0" destOrd="0" presId="urn:microsoft.com/office/officeart/2018/5/layout/IconLeafLabelList"/>
    <dgm:cxn modelId="{FBE3F40A-660C-412C-94CB-B1A300FB3476}" srcId="{855C4D1C-C6FE-4104-83F5-4FD16F10E9BE}" destId="{872B4911-7DE9-47F2-8A41-1722FBB544DA}" srcOrd="0" destOrd="0" parTransId="{34D7CDDA-5345-45B5-AF7F-6B6BDF2ACA01}" sibTransId="{653153C7-FD6B-43B8-8F4A-FA6164D79B88}"/>
    <dgm:cxn modelId="{D6A22C1C-9E5E-4D69-8D12-87BFFFD19FF3}" srcId="{855C4D1C-C6FE-4104-83F5-4FD16F10E9BE}" destId="{F194A06E-A995-4D8B-9738-85C7D09AE369}" srcOrd="1" destOrd="0" parTransId="{ED517A23-A94F-47D8-BD1A-DF05BF231C40}" sibTransId="{92BB2883-8980-4DED-9530-8DD7D32F0000}"/>
    <dgm:cxn modelId="{4030E788-2F67-45BA-B197-E98B1BBB0900}" type="presOf" srcId="{39C62FEB-56D6-4540-9CE5-34EE36C6B9EE}" destId="{530E389A-AA1D-4652-B714-EA57DC701C77}" srcOrd="0" destOrd="0" presId="urn:microsoft.com/office/officeart/2018/5/layout/IconLeafLabelList"/>
    <dgm:cxn modelId="{094369B2-09DE-4BA1-B962-7AB4D853C01A}" srcId="{855C4D1C-C6FE-4104-83F5-4FD16F10E9BE}" destId="{39C62FEB-56D6-4540-9CE5-34EE36C6B9EE}" srcOrd="2" destOrd="0" parTransId="{29FA5DB1-87FF-4A16-ADB7-C6AA153EFD4F}" sibTransId="{1A8D94BA-C7AE-4289-8A46-6086B20B8A1B}"/>
    <dgm:cxn modelId="{A3E1F9BF-66E3-4DEC-8146-A183DEDFFC5B}" type="presOf" srcId="{872B4911-7DE9-47F2-8A41-1722FBB544DA}" destId="{8C0DB43C-2F4D-4E42-8EBD-04C71E294221}" srcOrd="0" destOrd="0" presId="urn:microsoft.com/office/officeart/2018/5/layout/IconLeafLabelList"/>
    <dgm:cxn modelId="{8F3CCBCB-A60E-4AF5-B231-98C6740C239F}" type="presOf" srcId="{855C4D1C-C6FE-4104-83F5-4FD16F10E9BE}" destId="{AD430BE0-970F-4B50-9012-C2CD9F2003C1}" srcOrd="0" destOrd="0" presId="urn:microsoft.com/office/officeart/2018/5/layout/IconLeafLabelList"/>
    <dgm:cxn modelId="{220A0919-E92A-476C-9910-6EC3674FA8B5}" type="presParOf" srcId="{AD430BE0-970F-4B50-9012-C2CD9F2003C1}" destId="{7CAF1DC1-5BEB-4D5A-A004-C90585DE08C3}" srcOrd="0" destOrd="0" presId="urn:microsoft.com/office/officeart/2018/5/layout/IconLeafLabelList"/>
    <dgm:cxn modelId="{34F6727B-FD21-4AF2-B6B8-67BFC9EED380}" type="presParOf" srcId="{7CAF1DC1-5BEB-4D5A-A004-C90585DE08C3}" destId="{222ACCD8-3BEA-4786-9655-8A5FB133928E}" srcOrd="0" destOrd="0" presId="urn:microsoft.com/office/officeart/2018/5/layout/IconLeafLabelList"/>
    <dgm:cxn modelId="{E19DF8BE-2C8A-40FC-A6A3-A314BFECC214}" type="presParOf" srcId="{7CAF1DC1-5BEB-4D5A-A004-C90585DE08C3}" destId="{2236A298-5B47-45DE-92C2-E2E4A4699E62}" srcOrd="1" destOrd="0" presId="urn:microsoft.com/office/officeart/2018/5/layout/IconLeafLabelList"/>
    <dgm:cxn modelId="{1C139E4A-BD39-4609-91F5-7D35FA30DF0E}" type="presParOf" srcId="{7CAF1DC1-5BEB-4D5A-A004-C90585DE08C3}" destId="{D3F64C91-D1DD-49B9-B32C-BDCC9088083A}" srcOrd="2" destOrd="0" presId="urn:microsoft.com/office/officeart/2018/5/layout/IconLeafLabelList"/>
    <dgm:cxn modelId="{3706C572-26AC-4DBC-A75D-C6D22C4BE32E}" type="presParOf" srcId="{7CAF1DC1-5BEB-4D5A-A004-C90585DE08C3}" destId="{8C0DB43C-2F4D-4E42-8EBD-04C71E294221}" srcOrd="3" destOrd="0" presId="urn:microsoft.com/office/officeart/2018/5/layout/IconLeafLabelList"/>
    <dgm:cxn modelId="{3815B29D-6991-43E4-88AD-0D641D68A2A1}" type="presParOf" srcId="{AD430BE0-970F-4B50-9012-C2CD9F2003C1}" destId="{56C4D34F-677F-41EA-A078-EB7D1C0F7E2B}" srcOrd="1" destOrd="0" presId="urn:microsoft.com/office/officeart/2018/5/layout/IconLeafLabelList"/>
    <dgm:cxn modelId="{C61CAA1C-CEC9-4DD0-A683-FD71C6B4C7F9}" type="presParOf" srcId="{AD430BE0-970F-4B50-9012-C2CD9F2003C1}" destId="{BD4201A3-728F-4444-9EE8-07C23EC31608}" srcOrd="2" destOrd="0" presId="urn:microsoft.com/office/officeart/2018/5/layout/IconLeafLabelList"/>
    <dgm:cxn modelId="{51D46C2B-8A57-4170-ADEE-942F38B81B71}" type="presParOf" srcId="{BD4201A3-728F-4444-9EE8-07C23EC31608}" destId="{00E68D77-E4E1-4BA7-8096-812844C4E261}" srcOrd="0" destOrd="0" presId="urn:microsoft.com/office/officeart/2018/5/layout/IconLeafLabelList"/>
    <dgm:cxn modelId="{99BC33E1-9FB9-49BF-B70C-5BC2EC59C288}" type="presParOf" srcId="{BD4201A3-728F-4444-9EE8-07C23EC31608}" destId="{DAFFB798-2447-4A7E-A030-671AD688D43E}" srcOrd="1" destOrd="0" presId="urn:microsoft.com/office/officeart/2018/5/layout/IconLeafLabelList"/>
    <dgm:cxn modelId="{69EAD055-D195-481B-B03B-8D90BBC898ED}" type="presParOf" srcId="{BD4201A3-728F-4444-9EE8-07C23EC31608}" destId="{2F307F03-DCE8-4E5C-9139-D5A67EB71A58}" srcOrd="2" destOrd="0" presId="urn:microsoft.com/office/officeart/2018/5/layout/IconLeafLabelList"/>
    <dgm:cxn modelId="{B5E94777-1240-405A-BCA2-A18BA9A526CF}" type="presParOf" srcId="{BD4201A3-728F-4444-9EE8-07C23EC31608}" destId="{2A521535-D21B-4E44-8A35-A566957350FA}" srcOrd="3" destOrd="0" presId="urn:microsoft.com/office/officeart/2018/5/layout/IconLeafLabelList"/>
    <dgm:cxn modelId="{63498C80-0522-4A9D-B6C1-812DD97FA6A5}" type="presParOf" srcId="{AD430BE0-970F-4B50-9012-C2CD9F2003C1}" destId="{2C6B0CBD-B4A7-4B92-9BDD-BD33EFD70A95}" srcOrd="3" destOrd="0" presId="urn:microsoft.com/office/officeart/2018/5/layout/IconLeafLabelList"/>
    <dgm:cxn modelId="{6526BF80-7E09-4CAD-A238-A040F18B55D9}" type="presParOf" srcId="{AD430BE0-970F-4B50-9012-C2CD9F2003C1}" destId="{38DC2BB4-EFBD-466E-8E3C-4A5771719C89}" srcOrd="4" destOrd="0" presId="urn:microsoft.com/office/officeart/2018/5/layout/IconLeafLabelList"/>
    <dgm:cxn modelId="{212D4067-25A6-4246-8605-8A5B21E0B3CE}" type="presParOf" srcId="{38DC2BB4-EFBD-466E-8E3C-4A5771719C89}" destId="{6E38D179-11D0-41B2-BC9A-C89401DB94ED}" srcOrd="0" destOrd="0" presId="urn:microsoft.com/office/officeart/2018/5/layout/IconLeafLabelList"/>
    <dgm:cxn modelId="{C5342D48-0929-4B37-9046-1ACDFE7D17F8}" type="presParOf" srcId="{38DC2BB4-EFBD-466E-8E3C-4A5771719C89}" destId="{C8C439A3-0D25-4986-A4FD-E3A9619AD502}" srcOrd="1" destOrd="0" presId="urn:microsoft.com/office/officeart/2018/5/layout/IconLeafLabelList"/>
    <dgm:cxn modelId="{BED3CE10-8F8C-4871-82A9-E206E0434C66}" type="presParOf" srcId="{38DC2BB4-EFBD-466E-8E3C-4A5771719C89}" destId="{A6DC4F45-CE63-4826-A014-FEA9F35E6756}" srcOrd="2" destOrd="0" presId="urn:microsoft.com/office/officeart/2018/5/layout/IconLeafLabelList"/>
    <dgm:cxn modelId="{64038842-C5DF-423F-BA73-F920D5C59857}" type="presParOf" srcId="{38DC2BB4-EFBD-466E-8E3C-4A5771719C89}" destId="{530E389A-AA1D-4652-B714-EA57DC701C7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C8D72ED-963E-49C3-B4B4-6490EDAE8CF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7AFD7957-938F-44C9-81D0-6FF26C209168}">
      <dgm:prSet/>
      <dgm:spPr/>
      <dgm:t>
        <a:bodyPr/>
        <a:lstStyle/>
        <a:p>
          <a:r>
            <a:rPr lang="en-US" b="0" i="0"/>
            <a:t>Manual coupon system</a:t>
          </a:r>
          <a:endParaRPr lang="en-US"/>
        </a:p>
      </dgm:t>
    </dgm:pt>
    <dgm:pt modelId="{B7D9C2CE-7DBE-420B-B6CD-AE91091B0D31}" type="parTrans" cxnId="{26E7C383-93B3-40FE-9B41-D1F76C79C92C}">
      <dgm:prSet/>
      <dgm:spPr/>
      <dgm:t>
        <a:bodyPr/>
        <a:lstStyle/>
        <a:p>
          <a:endParaRPr lang="en-US"/>
        </a:p>
      </dgm:t>
    </dgm:pt>
    <dgm:pt modelId="{113ADD30-2D18-4EC2-9CBF-0DF08BD4920F}" type="sibTrans" cxnId="{26E7C383-93B3-40FE-9B41-D1F76C79C92C}">
      <dgm:prSet/>
      <dgm:spPr/>
      <dgm:t>
        <a:bodyPr/>
        <a:lstStyle/>
        <a:p>
          <a:endParaRPr lang="en-US"/>
        </a:p>
      </dgm:t>
    </dgm:pt>
    <dgm:pt modelId="{4410EC3B-059E-4AF1-9C30-25BD2ECDA282}">
      <dgm:prSet/>
      <dgm:spPr/>
      <dgm:t>
        <a:bodyPr/>
        <a:lstStyle/>
        <a:p>
          <a:r>
            <a:rPr lang="en-US" b="0" i="0"/>
            <a:t>Queue waiting time</a:t>
          </a:r>
          <a:endParaRPr lang="en-US"/>
        </a:p>
      </dgm:t>
    </dgm:pt>
    <dgm:pt modelId="{F3BEFAB2-2DB0-43D4-BAC6-2EEEAF647F53}" type="parTrans" cxnId="{98B610A1-CB69-41FD-BB02-0670E658A6A3}">
      <dgm:prSet/>
      <dgm:spPr/>
      <dgm:t>
        <a:bodyPr/>
        <a:lstStyle/>
        <a:p>
          <a:endParaRPr lang="en-US"/>
        </a:p>
      </dgm:t>
    </dgm:pt>
    <dgm:pt modelId="{F2F072D1-F5AE-4AA1-8347-A1B42F943140}" type="sibTrans" cxnId="{98B610A1-CB69-41FD-BB02-0670E658A6A3}">
      <dgm:prSet/>
      <dgm:spPr/>
      <dgm:t>
        <a:bodyPr/>
        <a:lstStyle/>
        <a:p>
          <a:endParaRPr lang="en-US"/>
        </a:p>
      </dgm:t>
    </dgm:pt>
    <dgm:pt modelId="{1B51313E-A4BD-479D-B46E-FFE44C542347}">
      <dgm:prSet/>
      <dgm:spPr/>
      <dgm:t>
        <a:bodyPr/>
        <a:lstStyle/>
        <a:p>
          <a:r>
            <a:rPr lang="en-US" b="0" i="0"/>
            <a:t>Lack of visibility &amp; control</a:t>
          </a:r>
          <a:endParaRPr lang="en-US"/>
        </a:p>
      </dgm:t>
    </dgm:pt>
    <dgm:pt modelId="{9BE9D7CA-B9A6-4D9B-8C44-03F830C56929}" type="parTrans" cxnId="{B37AC5A8-3ABC-477E-B654-39DCEC8A1A16}">
      <dgm:prSet/>
      <dgm:spPr/>
      <dgm:t>
        <a:bodyPr/>
        <a:lstStyle/>
        <a:p>
          <a:endParaRPr lang="en-US"/>
        </a:p>
      </dgm:t>
    </dgm:pt>
    <dgm:pt modelId="{A828CFB3-33F8-410F-B890-9590DAE04D53}" type="sibTrans" cxnId="{B37AC5A8-3ABC-477E-B654-39DCEC8A1A16}">
      <dgm:prSet/>
      <dgm:spPr/>
      <dgm:t>
        <a:bodyPr/>
        <a:lstStyle/>
        <a:p>
          <a:endParaRPr lang="en-US"/>
        </a:p>
      </dgm:t>
    </dgm:pt>
    <dgm:pt modelId="{58187027-F6B2-4F4D-AB9E-C476FDD49713}">
      <dgm:prSet/>
      <dgm:spPr/>
      <dgm:t>
        <a:bodyPr/>
        <a:lstStyle/>
        <a:p>
          <a:r>
            <a:rPr lang="en-US" b="0" i="0"/>
            <a:t>Operational inefficiencies</a:t>
          </a:r>
          <a:endParaRPr lang="en-US"/>
        </a:p>
      </dgm:t>
    </dgm:pt>
    <dgm:pt modelId="{C58D35FD-D199-435E-843A-E7E57F3A0841}" type="parTrans" cxnId="{7BFE346E-9752-430B-875B-2AB9373EBF66}">
      <dgm:prSet/>
      <dgm:spPr/>
      <dgm:t>
        <a:bodyPr/>
        <a:lstStyle/>
        <a:p>
          <a:endParaRPr lang="en-US"/>
        </a:p>
      </dgm:t>
    </dgm:pt>
    <dgm:pt modelId="{F74CB400-0F4B-4498-AB90-BCBE71721BBA}" type="sibTrans" cxnId="{7BFE346E-9752-430B-875B-2AB9373EBF66}">
      <dgm:prSet/>
      <dgm:spPr/>
      <dgm:t>
        <a:bodyPr/>
        <a:lstStyle/>
        <a:p>
          <a:endParaRPr lang="en-US"/>
        </a:p>
      </dgm:t>
    </dgm:pt>
    <dgm:pt modelId="{65774774-C9FF-48F4-8DFB-5D66564B3C2D}" type="pres">
      <dgm:prSet presAssocID="{2C8D72ED-963E-49C3-B4B4-6490EDAE8CFA}" presName="root" presStyleCnt="0">
        <dgm:presLayoutVars>
          <dgm:dir/>
          <dgm:resizeHandles val="exact"/>
        </dgm:presLayoutVars>
      </dgm:prSet>
      <dgm:spPr/>
    </dgm:pt>
    <dgm:pt modelId="{55858B6B-6501-4DE5-B508-8EF7E9E0FE1D}" type="pres">
      <dgm:prSet presAssocID="{2C8D72ED-963E-49C3-B4B4-6490EDAE8CFA}" presName="container" presStyleCnt="0">
        <dgm:presLayoutVars>
          <dgm:dir/>
          <dgm:resizeHandles val="exact"/>
        </dgm:presLayoutVars>
      </dgm:prSet>
      <dgm:spPr/>
    </dgm:pt>
    <dgm:pt modelId="{9CB9DA73-E0B0-4F43-8AEB-F3864A212D30}" type="pres">
      <dgm:prSet presAssocID="{7AFD7957-938F-44C9-81D0-6FF26C209168}" presName="compNode" presStyleCnt="0"/>
      <dgm:spPr/>
    </dgm:pt>
    <dgm:pt modelId="{24BDCC24-7AF0-467F-828A-52BEBCD0016F}" type="pres">
      <dgm:prSet presAssocID="{7AFD7957-938F-44C9-81D0-6FF26C209168}" presName="iconBgRect" presStyleLbl="bgShp" presStyleIdx="0" presStyleCnt="4"/>
      <dgm:spPr/>
    </dgm:pt>
    <dgm:pt modelId="{94BF9DAB-8C0B-4DE2-B0C6-8AF369D046C8}" type="pres">
      <dgm:prSet presAssocID="{7AFD7957-938F-44C9-81D0-6FF26C20916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8F0FEC29-4F43-46A1-A7F9-F254FB43DEAD}" type="pres">
      <dgm:prSet presAssocID="{7AFD7957-938F-44C9-81D0-6FF26C209168}" presName="spaceRect" presStyleCnt="0"/>
      <dgm:spPr/>
    </dgm:pt>
    <dgm:pt modelId="{8F01D71A-BAC1-4CE7-8500-B4E341CCFE82}" type="pres">
      <dgm:prSet presAssocID="{7AFD7957-938F-44C9-81D0-6FF26C209168}" presName="textRect" presStyleLbl="revTx" presStyleIdx="0" presStyleCnt="4">
        <dgm:presLayoutVars>
          <dgm:chMax val="1"/>
          <dgm:chPref val="1"/>
        </dgm:presLayoutVars>
      </dgm:prSet>
      <dgm:spPr/>
    </dgm:pt>
    <dgm:pt modelId="{D64BC71C-DCCC-478E-BE6F-6DAC1EC0F151}" type="pres">
      <dgm:prSet presAssocID="{113ADD30-2D18-4EC2-9CBF-0DF08BD4920F}" presName="sibTrans" presStyleLbl="sibTrans2D1" presStyleIdx="0" presStyleCnt="0"/>
      <dgm:spPr/>
    </dgm:pt>
    <dgm:pt modelId="{98BC63F0-A444-4269-81F2-D704F3D38026}" type="pres">
      <dgm:prSet presAssocID="{4410EC3B-059E-4AF1-9C30-25BD2ECDA282}" presName="compNode" presStyleCnt="0"/>
      <dgm:spPr/>
    </dgm:pt>
    <dgm:pt modelId="{F471EA86-9D0C-4B6F-9457-84D18DCC6E87}" type="pres">
      <dgm:prSet presAssocID="{4410EC3B-059E-4AF1-9C30-25BD2ECDA282}" presName="iconBgRect" presStyleLbl="bgShp" presStyleIdx="1" presStyleCnt="4"/>
      <dgm:spPr/>
    </dgm:pt>
    <dgm:pt modelId="{488E8CB0-99B7-4584-AA7A-9E00F736B47E}" type="pres">
      <dgm:prSet presAssocID="{4410EC3B-059E-4AF1-9C30-25BD2ECDA28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6EEC3333-5741-4941-B9F5-282CFB3AC6D2}" type="pres">
      <dgm:prSet presAssocID="{4410EC3B-059E-4AF1-9C30-25BD2ECDA282}" presName="spaceRect" presStyleCnt="0"/>
      <dgm:spPr/>
    </dgm:pt>
    <dgm:pt modelId="{FCC75721-4AE2-4A82-BC24-8D46C28C9703}" type="pres">
      <dgm:prSet presAssocID="{4410EC3B-059E-4AF1-9C30-25BD2ECDA282}" presName="textRect" presStyleLbl="revTx" presStyleIdx="1" presStyleCnt="4">
        <dgm:presLayoutVars>
          <dgm:chMax val="1"/>
          <dgm:chPref val="1"/>
        </dgm:presLayoutVars>
      </dgm:prSet>
      <dgm:spPr/>
    </dgm:pt>
    <dgm:pt modelId="{EC81923F-21C9-424F-95C7-BC2DAA4EAD26}" type="pres">
      <dgm:prSet presAssocID="{F2F072D1-F5AE-4AA1-8347-A1B42F943140}" presName="sibTrans" presStyleLbl="sibTrans2D1" presStyleIdx="0" presStyleCnt="0"/>
      <dgm:spPr/>
    </dgm:pt>
    <dgm:pt modelId="{DD0F6774-9B0E-4A28-92C7-2EE90E318404}" type="pres">
      <dgm:prSet presAssocID="{1B51313E-A4BD-479D-B46E-FFE44C542347}" presName="compNode" presStyleCnt="0"/>
      <dgm:spPr/>
    </dgm:pt>
    <dgm:pt modelId="{8BC82947-AB3F-40A7-9E02-AEAB8B671B1C}" type="pres">
      <dgm:prSet presAssocID="{1B51313E-A4BD-479D-B46E-FFE44C542347}" presName="iconBgRect" presStyleLbl="bgShp" presStyleIdx="2" presStyleCnt="4"/>
      <dgm:spPr/>
    </dgm:pt>
    <dgm:pt modelId="{1A2666B5-4210-476C-9526-49788A23655E}" type="pres">
      <dgm:prSet presAssocID="{1B51313E-A4BD-479D-B46E-FFE44C54234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ind"/>
        </a:ext>
      </dgm:extLst>
    </dgm:pt>
    <dgm:pt modelId="{242ABC6C-6114-4A4D-94A1-C5D40896D527}" type="pres">
      <dgm:prSet presAssocID="{1B51313E-A4BD-479D-B46E-FFE44C542347}" presName="spaceRect" presStyleCnt="0"/>
      <dgm:spPr/>
    </dgm:pt>
    <dgm:pt modelId="{66E10640-22BF-410A-AE3B-4B960E0B86E4}" type="pres">
      <dgm:prSet presAssocID="{1B51313E-A4BD-479D-B46E-FFE44C542347}" presName="textRect" presStyleLbl="revTx" presStyleIdx="2" presStyleCnt="4">
        <dgm:presLayoutVars>
          <dgm:chMax val="1"/>
          <dgm:chPref val="1"/>
        </dgm:presLayoutVars>
      </dgm:prSet>
      <dgm:spPr/>
    </dgm:pt>
    <dgm:pt modelId="{7718D2C6-72C1-4DB6-A131-8ADFC241E70E}" type="pres">
      <dgm:prSet presAssocID="{A828CFB3-33F8-410F-B890-9590DAE04D53}" presName="sibTrans" presStyleLbl="sibTrans2D1" presStyleIdx="0" presStyleCnt="0"/>
      <dgm:spPr/>
    </dgm:pt>
    <dgm:pt modelId="{401F8703-CD19-45B5-9182-22D10E295962}" type="pres">
      <dgm:prSet presAssocID="{58187027-F6B2-4F4D-AB9E-C476FDD49713}" presName="compNode" presStyleCnt="0"/>
      <dgm:spPr/>
    </dgm:pt>
    <dgm:pt modelId="{0E97F854-1B5A-4013-AF4C-92820DBFA272}" type="pres">
      <dgm:prSet presAssocID="{58187027-F6B2-4F4D-AB9E-C476FDD49713}" presName="iconBgRect" presStyleLbl="bgShp" presStyleIdx="3" presStyleCnt="4"/>
      <dgm:spPr/>
    </dgm:pt>
    <dgm:pt modelId="{39FAC670-1A7E-4C15-BF4F-95CFFABEB181}" type="pres">
      <dgm:prSet presAssocID="{58187027-F6B2-4F4D-AB9E-C476FDD4971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1742A4C-2EDB-404E-8C0D-20548D53002C}" type="pres">
      <dgm:prSet presAssocID="{58187027-F6B2-4F4D-AB9E-C476FDD49713}" presName="spaceRect" presStyleCnt="0"/>
      <dgm:spPr/>
    </dgm:pt>
    <dgm:pt modelId="{4016F922-5571-40A2-9BC4-89534DC5CDC6}" type="pres">
      <dgm:prSet presAssocID="{58187027-F6B2-4F4D-AB9E-C476FDD4971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F289A00-BB09-426C-B99B-18E3C13BE175}" type="presOf" srcId="{2C8D72ED-963E-49C3-B4B4-6490EDAE8CFA}" destId="{65774774-C9FF-48F4-8DFB-5D66564B3C2D}" srcOrd="0" destOrd="0" presId="urn:microsoft.com/office/officeart/2018/2/layout/IconCircleList"/>
    <dgm:cxn modelId="{5EAAE90C-7FF2-4C25-9F57-9A3C2AB2D969}" type="presOf" srcId="{113ADD30-2D18-4EC2-9CBF-0DF08BD4920F}" destId="{D64BC71C-DCCC-478E-BE6F-6DAC1EC0F151}" srcOrd="0" destOrd="0" presId="urn:microsoft.com/office/officeart/2018/2/layout/IconCircleList"/>
    <dgm:cxn modelId="{B986BD33-3986-417C-AF0A-9C1D98F3271C}" type="presOf" srcId="{F2F072D1-F5AE-4AA1-8347-A1B42F943140}" destId="{EC81923F-21C9-424F-95C7-BC2DAA4EAD26}" srcOrd="0" destOrd="0" presId="urn:microsoft.com/office/officeart/2018/2/layout/IconCircleList"/>
    <dgm:cxn modelId="{C476EB3A-DBB1-473D-A87D-E0CDACFF3422}" type="presOf" srcId="{7AFD7957-938F-44C9-81D0-6FF26C209168}" destId="{8F01D71A-BAC1-4CE7-8500-B4E341CCFE82}" srcOrd="0" destOrd="0" presId="urn:microsoft.com/office/officeart/2018/2/layout/IconCircleList"/>
    <dgm:cxn modelId="{4CDD6D5E-DAEA-4FA1-BDEB-9015FEF1928E}" type="presOf" srcId="{58187027-F6B2-4F4D-AB9E-C476FDD49713}" destId="{4016F922-5571-40A2-9BC4-89534DC5CDC6}" srcOrd="0" destOrd="0" presId="urn:microsoft.com/office/officeart/2018/2/layout/IconCircleList"/>
    <dgm:cxn modelId="{7BFE346E-9752-430B-875B-2AB9373EBF66}" srcId="{2C8D72ED-963E-49C3-B4B4-6490EDAE8CFA}" destId="{58187027-F6B2-4F4D-AB9E-C476FDD49713}" srcOrd="3" destOrd="0" parTransId="{C58D35FD-D199-435E-843A-E7E57F3A0841}" sibTransId="{F74CB400-0F4B-4498-AB90-BCBE71721BBA}"/>
    <dgm:cxn modelId="{9F86A076-24E3-4897-A203-04018D32096C}" type="presOf" srcId="{4410EC3B-059E-4AF1-9C30-25BD2ECDA282}" destId="{FCC75721-4AE2-4A82-BC24-8D46C28C9703}" srcOrd="0" destOrd="0" presId="urn:microsoft.com/office/officeart/2018/2/layout/IconCircleList"/>
    <dgm:cxn modelId="{26E7C383-93B3-40FE-9B41-D1F76C79C92C}" srcId="{2C8D72ED-963E-49C3-B4B4-6490EDAE8CFA}" destId="{7AFD7957-938F-44C9-81D0-6FF26C209168}" srcOrd="0" destOrd="0" parTransId="{B7D9C2CE-7DBE-420B-B6CD-AE91091B0D31}" sibTransId="{113ADD30-2D18-4EC2-9CBF-0DF08BD4920F}"/>
    <dgm:cxn modelId="{98B610A1-CB69-41FD-BB02-0670E658A6A3}" srcId="{2C8D72ED-963E-49C3-B4B4-6490EDAE8CFA}" destId="{4410EC3B-059E-4AF1-9C30-25BD2ECDA282}" srcOrd="1" destOrd="0" parTransId="{F3BEFAB2-2DB0-43D4-BAC6-2EEEAF647F53}" sibTransId="{F2F072D1-F5AE-4AA1-8347-A1B42F943140}"/>
    <dgm:cxn modelId="{B37AC5A8-3ABC-477E-B654-39DCEC8A1A16}" srcId="{2C8D72ED-963E-49C3-B4B4-6490EDAE8CFA}" destId="{1B51313E-A4BD-479D-B46E-FFE44C542347}" srcOrd="2" destOrd="0" parTransId="{9BE9D7CA-B9A6-4D9B-8C44-03F830C56929}" sibTransId="{A828CFB3-33F8-410F-B890-9590DAE04D53}"/>
    <dgm:cxn modelId="{26EF6BB0-C575-4248-A2D5-34C49F8BD1C5}" type="presOf" srcId="{1B51313E-A4BD-479D-B46E-FFE44C542347}" destId="{66E10640-22BF-410A-AE3B-4B960E0B86E4}" srcOrd="0" destOrd="0" presId="urn:microsoft.com/office/officeart/2018/2/layout/IconCircleList"/>
    <dgm:cxn modelId="{F9EBA0E1-5E07-4F8D-B497-315251648095}" type="presOf" srcId="{A828CFB3-33F8-410F-B890-9590DAE04D53}" destId="{7718D2C6-72C1-4DB6-A131-8ADFC241E70E}" srcOrd="0" destOrd="0" presId="urn:microsoft.com/office/officeart/2018/2/layout/IconCircleList"/>
    <dgm:cxn modelId="{FBC75A4F-4EBD-4580-8F6D-11F99004034E}" type="presParOf" srcId="{65774774-C9FF-48F4-8DFB-5D66564B3C2D}" destId="{55858B6B-6501-4DE5-B508-8EF7E9E0FE1D}" srcOrd="0" destOrd="0" presId="urn:microsoft.com/office/officeart/2018/2/layout/IconCircleList"/>
    <dgm:cxn modelId="{B54D89B6-905A-4805-9524-F94D40584432}" type="presParOf" srcId="{55858B6B-6501-4DE5-B508-8EF7E9E0FE1D}" destId="{9CB9DA73-E0B0-4F43-8AEB-F3864A212D30}" srcOrd="0" destOrd="0" presId="urn:microsoft.com/office/officeart/2018/2/layout/IconCircleList"/>
    <dgm:cxn modelId="{7C4F0E1D-0191-4574-99BD-2F55C4C2B672}" type="presParOf" srcId="{9CB9DA73-E0B0-4F43-8AEB-F3864A212D30}" destId="{24BDCC24-7AF0-467F-828A-52BEBCD0016F}" srcOrd="0" destOrd="0" presId="urn:microsoft.com/office/officeart/2018/2/layout/IconCircleList"/>
    <dgm:cxn modelId="{24C0C131-C2B6-43AE-A4A9-6489456A4D02}" type="presParOf" srcId="{9CB9DA73-E0B0-4F43-8AEB-F3864A212D30}" destId="{94BF9DAB-8C0B-4DE2-B0C6-8AF369D046C8}" srcOrd="1" destOrd="0" presId="urn:microsoft.com/office/officeart/2018/2/layout/IconCircleList"/>
    <dgm:cxn modelId="{3708D1E4-C9B4-417A-937F-7F71C3A913F1}" type="presParOf" srcId="{9CB9DA73-E0B0-4F43-8AEB-F3864A212D30}" destId="{8F0FEC29-4F43-46A1-A7F9-F254FB43DEAD}" srcOrd="2" destOrd="0" presId="urn:microsoft.com/office/officeart/2018/2/layout/IconCircleList"/>
    <dgm:cxn modelId="{39DC39E3-3BF4-4164-AF49-1BF7677BA084}" type="presParOf" srcId="{9CB9DA73-E0B0-4F43-8AEB-F3864A212D30}" destId="{8F01D71A-BAC1-4CE7-8500-B4E341CCFE82}" srcOrd="3" destOrd="0" presId="urn:microsoft.com/office/officeart/2018/2/layout/IconCircleList"/>
    <dgm:cxn modelId="{16AF6C3D-7E0D-4364-99DF-C89BB34EAAA1}" type="presParOf" srcId="{55858B6B-6501-4DE5-B508-8EF7E9E0FE1D}" destId="{D64BC71C-DCCC-478E-BE6F-6DAC1EC0F151}" srcOrd="1" destOrd="0" presId="urn:microsoft.com/office/officeart/2018/2/layout/IconCircleList"/>
    <dgm:cxn modelId="{01A1C19F-7FD1-4251-B858-8C4EEA50299A}" type="presParOf" srcId="{55858B6B-6501-4DE5-B508-8EF7E9E0FE1D}" destId="{98BC63F0-A444-4269-81F2-D704F3D38026}" srcOrd="2" destOrd="0" presId="urn:microsoft.com/office/officeart/2018/2/layout/IconCircleList"/>
    <dgm:cxn modelId="{857FF030-5F66-4362-9D69-40A6549114B6}" type="presParOf" srcId="{98BC63F0-A444-4269-81F2-D704F3D38026}" destId="{F471EA86-9D0C-4B6F-9457-84D18DCC6E87}" srcOrd="0" destOrd="0" presId="urn:microsoft.com/office/officeart/2018/2/layout/IconCircleList"/>
    <dgm:cxn modelId="{3D7EF1D6-F6A8-4C63-9775-6C6826C947E3}" type="presParOf" srcId="{98BC63F0-A444-4269-81F2-D704F3D38026}" destId="{488E8CB0-99B7-4584-AA7A-9E00F736B47E}" srcOrd="1" destOrd="0" presId="urn:microsoft.com/office/officeart/2018/2/layout/IconCircleList"/>
    <dgm:cxn modelId="{ECC95A2C-D37F-40B6-833D-8D56CBEA0BE1}" type="presParOf" srcId="{98BC63F0-A444-4269-81F2-D704F3D38026}" destId="{6EEC3333-5741-4941-B9F5-282CFB3AC6D2}" srcOrd="2" destOrd="0" presId="urn:microsoft.com/office/officeart/2018/2/layout/IconCircleList"/>
    <dgm:cxn modelId="{34627599-F233-4EEA-919D-0C4FB807F6CD}" type="presParOf" srcId="{98BC63F0-A444-4269-81F2-D704F3D38026}" destId="{FCC75721-4AE2-4A82-BC24-8D46C28C9703}" srcOrd="3" destOrd="0" presId="urn:microsoft.com/office/officeart/2018/2/layout/IconCircleList"/>
    <dgm:cxn modelId="{4D664347-4E09-4290-AE82-39C28566DF9E}" type="presParOf" srcId="{55858B6B-6501-4DE5-B508-8EF7E9E0FE1D}" destId="{EC81923F-21C9-424F-95C7-BC2DAA4EAD26}" srcOrd="3" destOrd="0" presId="urn:microsoft.com/office/officeart/2018/2/layout/IconCircleList"/>
    <dgm:cxn modelId="{EDE76230-E351-4AF1-B787-C84F3721212C}" type="presParOf" srcId="{55858B6B-6501-4DE5-B508-8EF7E9E0FE1D}" destId="{DD0F6774-9B0E-4A28-92C7-2EE90E318404}" srcOrd="4" destOrd="0" presId="urn:microsoft.com/office/officeart/2018/2/layout/IconCircleList"/>
    <dgm:cxn modelId="{3AF79558-DF73-48FB-BC9E-04AAD0466742}" type="presParOf" srcId="{DD0F6774-9B0E-4A28-92C7-2EE90E318404}" destId="{8BC82947-AB3F-40A7-9E02-AEAB8B671B1C}" srcOrd="0" destOrd="0" presId="urn:microsoft.com/office/officeart/2018/2/layout/IconCircleList"/>
    <dgm:cxn modelId="{9DAEC519-6E86-4FC8-BD4E-77B6E3637067}" type="presParOf" srcId="{DD0F6774-9B0E-4A28-92C7-2EE90E318404}" destId="{1A2666B5-4210-476C-9526-49788A23655E}" srcOrd="1" destOrd="0" presId="urn:microsoft.com/office/officeart/2018/2/layout/IconCircleList"/>
    <dgm:cxn modelId="{BB86F5EC-C660-4605-875C-6EC3F2F8DC35}" type="presParOf" srcId="{DD0F6774-9B0E-4A28-92C7-2EE90E318404}" destId="{242ABC6C-6114-4A4D-94A1-C5D40896D527}" srcOrd="2" destOrd="0" presId="urn:microsoft.com/office/officeart/2018/2/layout/IconCircleList"/>
    <dgm:cxn modelId="{481B1A50-96CF-4047-8F29-99B194788F93}" type="presParOf" srcId="{DD0F6774-9B0E-4A28-92C7-2EE90E318404}" destId="{66E10640-22BF-410A-AE3B-4B960E0B86E4}" srcOrd="3" destOrd="0" presId="urn:microsoft.com/office/officeart/2018/2/layout/IconCircleList"/>
    <dgm:cxn modelId="{1B7A757A-0282-45E6-9BB5-E362D6D6110B}" type="presParOf" srcId="{55858B6B-6501-4DE5-B508-8EF7E9E0FE1D}" destId="{7718D2C6-72C1-4DB6-A131-8ADFC241E70E}" srcOrd="5" destOrd="0" presId="urn:microsoft.com/office/officeart/2018/2/layout/IconCircleList"/>
    <dgm:cxn modelId="{63694575-D4B8-4864-A5FF-512FF87F69F0}" type="presParOf" srcId="{55858B6B-6501-4DE5-B508-8EF7E9E0FE1D}" destId="{401F8703-CD19-45B5-9182-22D10E295962}" srcOrd="6" destOrd="0" presId="urn:microsoft.com/office/officeart/2018/2/layout/IconCircleList"/>
    <dgm:cxn modelId="{2AE824D7-E8AE-4733-9850-FC693A45A5C4}" type="presParOf" srcId="{401F8703-CD19-45B5-9182-22D10E295962}" destId="{0E97F854-1B5A-4013-AF4C-92820DBFA272}" srcOrd="0" destOrd="0" presId="urn:microsoft.com/office/officeart/2018/2/layout/IconCircleList"/>
    <dgm:cxn modelId="{296AB755-DE84-4EBC-B367-552D22743600}" type="presParOf" srcId="{401F8703-CD19-45B5-9182-22D10E295962}" destId="{39FAC670-1A7E-4C15-BF4F-95CFFABEB181}" srcOrd="1" destOrd="0" presId="urn:microsoft.com/office/officeart/2018/2/layout/IconCircleList"/>
    <dgm:cxn modelId="{1623C36B-AD49-4A30-92B3-D6F9A0FA252C}" type="presParOf" srcId="{401F8703-CD19-45B5-9182-22D10E295962}" destId="{51742A4C-2EDB-404E-8C0D-20548D53002C}" srcOrd="2" destOrd="0" presId="urn:microsoft.com/office/officeart/2018/2/layout/IconCircleList"/>
    <dgm:cxn modelId="{BAFBB8E1-3B11-4A72-B1A0-D2014EC2D9D5}" type="presParOf" srcId="{401F8703-CD19-45B5-9182-22D10E295962}" destId="{4016F922-5571-40A2-9BC4-89534DC5CDC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0630D29-3F62-4490-BEF8-C0B1E2E3718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D242094-EA23-4CB7-84B9-4F44C0EC4617}">
      <dgm:prSet/>
      <dgm:spPr/>
      <dgm:t>
        <a:bodyPr/>
        <a:lstStyle/>
        <a:p>
          <a:pPr>
            <a:defRPr cap="all"/>
          </a:pPr>
          <a:r>
            <a:rPr lang="en-US" b="0" i="0"/>
            <a:t>Mobile app for staff ordering</a:t>
          </a:r>
          <a:endParaRPr lang="en-US"/>
        </a:p>
      </dgm:t>
    </dgm:pt>
    <dgm:pt modelId="{F6E53C80-EE68-4C79-A9AC-596C4D8B72A2}" type="parTrans" cxnId="{511D9139-F685-45FE-B4B1-97B2095A8CDA}">
      <dgm:prSet/>
      <dgm:spPr/>
      <dgm:t>
        <a:bodyPr/>
        <a:lstStyle/>
        <a:p>
          <a:endParaRPr lang="en-US"/>
        </a:p>
      </dgm:t>
    </dgm:pt>
    <dgm:pt modelId="{F60D944F-7EE2-427B-84F9-DFD3BB1826E2}" type="sibTrans" cxnId="{511D9139-F685-45FE-B4B1-97B2095A8CDA}">
      <dgm:prSet/>
      <dgm:spPr/>
      <dgm:t>
        <a:bodyPr/>
        <a:lstStyle/>
        <a:p>
          <a:endParaRPr lang="en-US"/>
        </a:p>
      </dgm:t>
    </dgm:pt>
    <dgm:pt modelId="{A4EEEB57-F2E1-4F79-93FC-9118ED3E7EB8}">
      <dgm:prSet/>
      <dgm:spPr/>
      <dgm:t>
        <a:bodyPr/>
        <a:lstStyle/>
        <a:p>
          <a:pPr>
            <a:defRPr cap="all"/>
          </a:pPr>
          <a:r>
            <a:rPr lang="en-US" b="0" i="0"/>
            <a:t>HR portal for credit control</a:t>
          </a:r>
          <a:endParaRPr lang="en-US"/>
        </a:p>
      </dgm:t>
    </dgm:pt>
    <dgm:pt modelId="{A68DE048-E9DA-4F27-BDA8-AC65D6171226}" type="parTrans" cxnId="{9E726987-623D-4D7B-AB52-7851C7DAD049}">
      <dgm:prSet/>
      <dgm:spPr/>
      <dgm:t>
        <a:bodyPr/>
        <a:lstStyle/>
        <a:p>
          <a:endParaRPr lang="en-US"/>
        </a:p>
      </dgm:t>
    </dgm:pt>
    <dgm:pt modelId="{EA50D42B-B58B-4040-BF78-C11207D03895}" type="sibTrans" cxnId="{9E726987-623D-4D7B-AB52-7851C7DAD049}">
      <dgm:prSet/>
      <dgm:spPr/>
      <dgm:t>
        <a:bodyPr/>
        <a:lstStyle/>
        <a:p>
          <a:endParaRPr lang="en-US"/>
        </a:p>
      </dgm:t>
    </dgm:pt>
    <dgm:pt modelId="{3289E86B-C15B-474B-B203-87749ACD81C4}">
      <dgm:prSet/>
      <dgm:spPr/>
      <dgm:t>
        <a:bodyPr/>
        <a:lstStyle/>
        <a:p>
          <a:pPr>
            <a:defRPr cap="all"/>
          </a:pPr>
          <a:r>
            <a:rPr lang="en-US" b="0" i="0"/>
            <a:t>Canteen portal for operations</a:t>
          </a:r>
          <a:endParaRPr lang="en-US"/>
        </a:p>
      </dgm:t>
    </dgm:pt>
    <dgm:pt modelId="{36846DCD-6F1C-45CB-AB5D-31FA3DD927E8}" type="parTrans" cxnId="{8770BE5A-129C-4A18-9D06-F089D4BE2478}">
      <dgm:prSet/>
      <dgm:spPr/>
      <dgm:t>
        <a:bodyPr/>
        <a:lstStyle/>
        <a:p>
          <a:endParaRPr lang="en-US"/>
        </a:p>
      </dgm:t>
    </dgm:pt>
    <dgm:pt modelId="{4D354691-374B-49C7-B185-80D9C4A31874}" type="sibTrans" cxnId="{8770BE5A-129C-4A18-9D06-F089D4BE2478}">
      <dgm:prSet/>
      <dgm:spPr/>
      <dgm:t>
        <a:bodyPr/>
        <a:lstStyle/>
        <a:p>
          <a:endParaRPr lang="en-US"/>
        </a:p>
      </dgm:t>
    </dgm:pt>
    <dgm:pt modelId="{FC6F41D7-634A-418B-BD17-E8B26C0E37D6}">
      <dgm:prSet/>
      <dgm:spPr/>
      <dgm:t>
        <a:bodyPr/>
        <a:lstStyle/>
        <a:p>
          <a:pPr>
            <a:defRPr cap="all"/>
          </a:pPr>
          <a:r>
            <a:rPr lang="en-US" b="0" i="0"/>
            <a:t>End-to-end digital workflow</a:t>
          </a:r>
          <a:endParaRPr lang="en-US"/>
        </a:p>
      </dgm:t>
    </dgm:pt>
    <dgm:pt modelId="{11CC4D3E-2B9E-477D-A54A-17FBB0B91C79}" type="parTrans" cxnId="{9969B124-C79A-4DEA-A69F-56783490C5A0}">
      <dgm:prSet/>
      <dgm:spPr/>
      <dgm:t>
        <a:bodyPr/>
        <a:lstStyle/>
        <a:p>
          <a:endParaRPr lang="en-US"/>
        </a:p>
      </dgm:t>
    </dgm:pt>
    <dgm:pt modelId="{D4A70DFE-1F56-4A9E-80D6-EF9E6D48B08E}" type="sibTrans" cxnId="{9969B124-C79A-4DEA-A69F-56783490C5A0}">
      <dgm:prSet/>
      <dgm:spPr/>
      <dgm:t>
        <a:bodyPr/>
        <a:lstStyle/>
        <a:p>
          <a:endParaRPr lang="en-US"/>
        </a:p>
      </dgm:t>
    </dgm:pt>
    <dgm:pt modelId="{BCFBD47E-14E1-49F8-AB46-ED4A16E8A508}" type="pres">
      <dgm:prSet presAssocID="{90630D29-3F62-4490-BEF8-C0B1E2E3718B}" presName="root" presStyleCnt="0">
        <dgm:presLayoutVars>
          <dgm:dir/>
          <dgm:resizeHandles val="exact"/>
        </dgm:presLayoutVars>
      </dgm:prSet>
      <dgm:spPr/>
    </dgm:pt>
    <dgm:pt modelId="{930C6857-C913-40B8-9C48-9697D7D9A4E9}" type="pres">
      <dgm:prSet presAssocID="{1D242094-EA23-4CB7-84B9-4F44C0EC4617}" presName="compNode" presStyleCnt="0"/>
      <dgm:spPr/>
    </dgm:pt>
    <dgm:pt modelId="{B3C8A932-9EA7-4DEA-A349-8BE2D36CC3CC}" type="pres">
      <dgm:prSet presAssocID="{1D242094-EA23-4CB7-84B9-4F44C0EC4617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53C85CE-D244-4533-8BBC-2A3B44FE18D1}" type="pres">
      <dgm:prSet presAssocID="{1D242094-EA23-4CB7-84B9-4F44C0EC461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F08C0938-388B-4444-8CC4-356DB007C14A}" type="pres">
      <dgm:prSet presAssocID="{1D242094-EA23-4CB7-84B9-4F44C0EC4617}" presName="spaceRect" presStyleCnt="0"/>
      <dgm:spPr/>
    </dgm:pt>
    <dgm:pt modelId="{811C3420-D18C-407D-B590-D897AD53E33C}" type="pres">
      <dgm:prSet presAssocID="{1D242094-EA23-4CB7-84B9-4F44C0EC4617}" presName="textRect" presStyleLbl="revTx" presStyleIdx="0" presStyleCnt="4">
        <dgm:presLayoutVars>
          <dgm:chMax val="1"/>
          <dgm:chPref val="1"/>
        </dgm:presLayoutVars>
      </dgm:prSet>
      <dgm:spPr/>
    </dgm:pt>
    <dgm:pt modelId="{CEB712C2-58B6-4C7C-8D5D-16449135E63F}" type="pres">
      <dgm:prSet presAssocID="{F60D944F-7EE2-427B-84F9-DFD3BB1826E2}" presName="sibTrans" presStyleCnt="0"/>
      <dgm:spPr/>
    </dgm:pt>
    <dgm:pt modelId="{5547B9FD-33E8-4C96-9E64-81AE2668006C}" type="pres">
      <dgm:prSet presAssocID="{A4EEEB57-F2E1-4F79-93FC-9118ED3E7EB8}" presName="compNode" presStyleCnt="0"/>
      <dgm:spPr/>
    </dgm:pt>
    <dgm:pt modelId="{C50F3847-B82E-43AC-9AF7-28BD02BBD86F}" type="pres">
      <dgm:prSet presAssocID="{A4EEEB57-F2E1-4F79-93FC-9118ED3E7EB8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2B2D74D-A51F-48FF-8591-E15B900DF0D0}" type="pres">
      <dgm:prSet presAssocID="{A4EEEB57-F2E1-4F79-93FC-9118ED3E7EB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7657C6D-0E7A-4D18-BBAF-8813F111C255}" type="pres">
      <dgm:prSet presAssocID="{A4EEEB57-F2E1-4F79-93FC-9118ED3E7EB8}" presName="spaceRect" presStyleCnt="0"/>
      <dgm:spPr/>
    </dgm:pt>
    <dgm:pt modelId="{75829DB7-D761-4543-BD97-FA0B57E9E8D7}" type="pres">
      <dgm:prSet presAssocID="{A4EEEB57-F2E1-4F79-93FC-9118ED3E7EB8}" presName="textRect" presStyleLbl="revTx" presStyleIdx="1" presStyleCnt="4">
        <dgm:presLayoutVars>
          <dgm:chMax val="1"/>
          <dgm:chPref val="1"/>
        </dgm:presLayoutVars>
      </dgm:prSet>
      <dgm:spPr/>
    </dgm:pt>
    <dgm:pt modelId="{EC7BA5ED-7F56-42DB-86CD-0BF350B669C2}" type="pres">
      <dgm:prSet presAssocID="{EA50D42B-B58B-4040-BF78-C11207D03895}" presName="sibTrans" presStyleCnt="0"/>
      <dgm:spPr/>
    </dgm:pt>
    <dgm:pt modelId="{41CA9C83-EE0F-4056-A9CB-CC1C4AF5A33F}" type="pres">
      <dgm:prSet presAssocID="{3289E86B-C15B-474B-B203-87749ACD81C4}" presName="compNode" presStyleCnt="0"/>
      <dgm:spPr/>
    </dgm:pt>
    <dgm:pt modelId="{4E68F0FA-91B2-4758-9659-402EC114C319}" type="pres">
      <dgm:prSet presAssocID="{3289E86B-C15B-474B-B203-87749ACD81C4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FA91F5E-3006-4557-8F36-3E4304EA5338}" type="pres">
      <dgm:prSet presAssocID="{3289E86B-C15B-474B-B203-87749ACD81C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934C6B04-8088-4948-A37B-A8C70F709C4B}" type="pres">
      <dgm:prSet presAssocID="{3289E86B-C15B-474B-B203-87749ACD81C4}" presName="spaceRect" presStyleCnt="0"/>
      <dgm:spPr/>
    </dgm:pt>
    <dgm:pt modelId="{3F5B431F-55E4-4CDE-AB07-A94D7C44FABE}" type="pres">
      <dgm:prSet presAssocID="{3289E86B-C15B-474B-B203-87749ACD81C4}" presName="textRect" presStyleLbl="revTx" presStyleIdx="2" presStyleCnt="4">
        <dgm:presLayoutVars>
          <dgm:chMax val="1"/>
          <dgm:chPref val="1"/>
        </dgm:presLayoutVars>
      </dgm:prSet>
      <dgm:spPr/>
    </dgm:pt>
    <dgm:pt modelId="{7610C5BB-C02F-4D0A-9F7D-09884FD9961E}" type="pres">
      <dgm:prSet presAssocID="{4D354691-374B-49C7-B185-80D9C4A31874}" presName="sibTrans" presStyleCnt="0"/>
      <dgm:spPr/>
    </dgm:pt>
    <dgm:pt modelId="{4563124C-BE37-46E6-B1ED-6CC6E8EA605E}" type="pres">
      <dgm:prSet presAssocID="{FC6F41D7-634A-418B-BD17-E8B26C0E37D6}" presName="compNode" presStyleCnt="0"/>
      <dgm:spPr/>
    </dgm:pt>
    <dgm:pt modelId="{5C556EA5-1909-4AEA-8F53-636C750B8FB6}" type="pres">
      <dgm:prSet presAssocID="{FC6F41D7-634A-418B-BD17-E8B26C0E37D6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B6B8B07-E3E6-4602-A7DF-BAC378DC1F26}" type="pres">
      <dgm:prSet presAssocID="{FC6F41D7-634A-418B-BD17-E8B26C0E37D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946C09E-447E-4F8D-9E78-7FF90065386F}" type="pres">
      <dgm:prSet presAssocID="{FC6F41D7-634A-418B-BD17-E8B26C0E37D6}" presName="spaceRect" presStyleCnt="0"/>
      <dgm:spPr/>
    </dgm:pt>
    <dgm:pt modelId="{284E2E35-23F8-431E-92B9-2985D5C7FA7B}" type="pres">
      <dgm:prSet presAssocID="{FC6F41D7-634A-418B-BD17-E8B26C0E37D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969B124-C79A-4DEA-A69F-56783490C5A0}" srcId="{90630D29-3F62-4490-BEF8-C0B1E2E3718B}" destId="{FC6F41D7-634A-418B-BD17-E8B26C0E37D6}" srcOrd="3" destOrd="0" parTransId="{11CC4D3E-2B9E-477D-A54A-17FBB0B91C79}" sibTransId="{D4A70DFE-1F56-4A9E-80D6-EF9E6D48B08E}"/>
    <dgm:cxn modelId="{6199102D-31A5-420E-AB38-F5288BBB0895}" type="presOf" srcId="{3289E86B-C15B-474B-B203-87749ACD81C4}" destId="{3F5B431F-55E4-4CDE-AB07-A94D7C44FABE}" srcOrd="0" destOrd="0" presId="urn:microsoft.com/office/officeart/2018/5/layout/IconLeafLabelList"/>
    <dgm:cxn modelId="{511D9139-F685-45FE-B4B1-97B2095A8CDA}" srcId="{90630D29-3F62-4490-BEF8-C0B1E2E3718B}" destId="{1D242094-EA23-4CB7-84B9-4F44C0EC4617}" srcOrd="0" destOrd="0" parTransId="{F6E53C80-EE68-4C79-A9AC-596C4D8B72A2}" sibTransId="{F60D944F-7EE2-427B-84F9-DFD3BB1826E2}"/>
    <dgm:cxn modelId="{FBCD354D-D94B-468B-A959-ABCD62905B1D}" type="presOf" srcId="{90630D29-3F62-4490-BEF8-C0B1E2E3718B}" destId="{BCFBD47E-14E1-49F8-AB46-ED4A16E8A508}" srcOrd="0" destOrd="0" presId="urn:microsoft.com/office/officeart/2018/5/layout/IconLeafLabelList"/>
    <dgm:cxn modelId="{8770BE5A-129C-4A18-9D06-F089D4BE2478}" srcId="{90630D29-3F62-4490-BEF8-C0B1E2E3718B}" destId="{3289E86B-C15B-474B-B203-87749ACD81C4}" srcOrd="2" destOrd="0" parTransId="{36846DCD-6F1C-45CB-AB5D-31FA3DD927E8}" sibTransId="{4D354691-374B-49C7-B185-80D9C4A31874}"/>
    <dgm:cxn modelId="{9E726987-623D-4D7B-AB52-7851C7DAD049}" srcId="{90630D29-3F62-4490-BEF8-C0B1E2E3718B}" destId="{A4EEEB57-F2E1-4F79-93FC-9118ED3E7EB8}" srcOrd="1" destOrd="0" parTransId="{A68DE048-E9DA-4F27-BDA8-AC65D6171226}" sibTransId="{EA50D42B-B58B-4040-BF78-C11207D03895}"/>
    <dgm:cxn modelId="{8C1046B5-18E9-4C0C-8DC7-A0DFE82CD0FD}" type="presOf" srcId="{1D242094-EA23-4CB7-84B9-4F44C0EC4617}" destId="{811C3420-D18C-407D-B590-D897AD53E33C}" srcOrd="0" destOrd="0" presId="urn:microsoft.com/office/officeart/2018/5/layout/IconLeafLabelList"/>
    <dgm:cxn modelId="{BFF047E1-2F8D-4EE4-B9A1-FD4BBA02A501}" type="presOf" srcId="{A4EEEB57-F2E1-4F79-93FC-9118ED3E7EB8}" destId="{75829DB7-D761-4543-BD97-FA0B57E9E8D7}" srcOrd="0" destOrd="0" presId="urn:microsoft.com/office/officeart/2018/5/layout/IconLeafLabelList"/>
    <dgm:cxn modelId="{3CB2F9F8-FF54-4490-9770-4754B1A1A24F}" type="presOf" srcId="{FC6F41D7-634A-418B-BD17-E8B26C0E37D6}" destId="{284E2E35-23F8-431E-92B9-2985D5C7FA7B}" srcOrd="0" destOrd="0" presId="urn:microsoft.com/office/officeart/2018/5/layout/IconLeafLabelList"/>
    <dgm:cxn modelId="{85F74EF5-A923-49CC-B7F6-15B3CE62E62C}" type="presParOf" srcId="{BCFBD47E-14E1-49F8-AB46-ED4A16E8A508}" destId="{930C6857-C913-40B8-9C48-9697D7D9A4E9}" srcOrd="0" destOrd="0" presId="urn:microsoft.com/office/officeart/2018/5/layout/IconLeafLabelList"/>
    <dgm:cxn modelId="{1BFE1C7E-5F79-414C-8AD9-169805A01222}" type="presParOf" srcId="{930C6857-C913-40B8-9C48-9697D7D9A4E9}" destId="{B3C8A932-9EA7-4DEA-A349-8BE2D36CC3CC}" srcOrd="0" destOrd="0" presId="urn:microsoft.com/office/officeart/2018/5/layout/IconLeafLabelList"/>
    <dgm:cxn modelId="{C642D71A-84CC-4E68-933A-E361A80D374F}" type="presParOf" srcId="{930C6857-C913-40B8-9C48-9697D7D9A4E9}" destId="{753C85CE-D244-4533-8BBC-2A3B44FE18D1}" srcOrd="1" destOrd="0" presId="urn:microsoft.com/office/officeart/2018/5/layout/IconLeafLabelList"/>
    <dgm:cxn modelId="{11301C71-AC91-47FA-AB53-E8616C474517}" type="presParOf" srcId="{930C6857-C913-40B8-9C48-9697D7D9A4E9}" destId="{F08C0938-388B-4444-8CC4-356DB007C14A}" srcOrd="2" destOrd="0" presId="urn:microsoft.com/office/officeart/2018/5/layout/IconLeafLabelList"/>
    <dgm:cxn modelId="{16D91C3B-94F9-4E18-A400-AF8480431A15}" type="presParOf" srcId="{930C6857-C913-40B8-9C48-9697D7D9A4E9}" destId="{811C3420-D18C-407D-B590-D897AD53E33C}" srcOrd="3" destOrd="0" presId="urn:microsoft.com/office/officeart/2018/5/layout/IconLeafLabelList"/>
    <dgm:cxn modelId="{E7814933-9959-4BE3-8583-7C44F2F87100}" type="presParOf" srcId="{BCFBD47E-14E1-49F8-AB46-ED4A16E8A508}" destId="{CEB712C2-58B6-4C7C-8D5D-16449135E63F}" srcOrd="1" destOrd="0" presId="urn:microsoft.com/office/officeart/2018/5/layout/IconLeafLabelList"/>
    <dgm:cxn modelId="{3292D4DF-7EE9-498B-8BE2-BD1FA62C6062}" type="presParOf" srcId="{BCFBD47E-14E1-49F8-AB46-ED4A16E8A508}" destId="{5547B9FD-33E8-4C96-9E64-81AE2668006C}" srcOrd="2" destOrd="0" presId="urn:microsoft.com/office/officeart/2018/5/layout/IconLeafLabelList"/>
    <dgm:cxn modelId="{B991670C-F9CE-40B6-BF41-2C8062D43A0E}" type="presParOf" srcId="{5547B9FD-33E8-4C96-9E64-81AE2668006C}" destId="{C50F3847-B82E-43AC-9AF7-28BD02BBD86F}" srcOrd="0" destOrd="0" presId="urn:microsoft.com/office/officeart/2018/5/layout/IconLeafLabelList"/>
    <dgm:cxn modelId="{F954FE97-28CE-4C45-8207-C988B375F8A8}" type="presParOf" srcId="{5547B9FD-33E8-4C96-9E64-81AE2668006C}" destId="{A2B2D74D-A51F-48FF-8591-E15B900DF0D0}" srcOrd="1" destOrd="0" presId="urn:microsoft.com/office/officeart/2018/5/layout/IconLeafLabelList"/>
    <dgm:cxn modelId="{E2CA3760-B5C0-4212-8C21-68D40A43A607}" type="presParOf" srcId="{5547B9FD-33E8-4C96-9E64-81AE2668006C}" destId="{97657C6D-0E7A-4D18-BBAF-8813F111C255}" srcOrd="2" destOrd="0" presId="urn:microsoft.com/office/officeart/2018/5/layout/IconLeafLabelList"/>
    <dgm:cxn modelId="{B14E5441-5545-44A5-B807-14512F60A27B}" type="presParOf" srcId="{5547B9FD-33E8-4C96-9E64-81AE2668006C}" destId="{75829DB7-D761-4543-BD97-FA0B57E9E8D7}" srcOrd="3" destOrd="0" presId="urn:microsoft.com/office/officeart/2018/5/layout/IconLeafLabelList"/>
    <dgm:cxn modelId="{60E2108B-1772-432C-80A1-B783B2F9427A}" type="presParOf" srcId="{BCFBD47E-14E1-49F8-AB46-ED4A16E8A508}" destId="{EC7BA5ED-7F56-42DB-86CD-0BF350B669C2}" srcOrd="3" destOrd="0" presId="urn:microsoft.com/office/officeart/2018/5/layout/IconLeafLabelList"/>
    <dgm:cxn modelId="{8BF473D5-7AAF-45AB-812E-71E9CB55DA54}" type="presParOf" srcId="{BCFBD47E-14E1-49F8-AB46-ED4A16E8A508}" destId="{41CA9C83-EE0F-4056-A9CB-CC1C4AF5A33F}" srcOrd="4" destOrd="0" presId="urn:microsoft.com/office/officeart/2018/5/layout/IconLeafLabelList"/>
    <dgm:cxn modelId="{9AA43389-A759-4D12-AF75-E3B772ACC730}" type="presParOf" srcId="{41CA9C83-EE0F-4056-A9CB-CC1C4AF5A33F}" destId="{4E68F0FA-91B2-4758-9659-402EC114C319}" srcOrd="0" destOrd="0" presId="urn:microsoft.com/office/officeart/2018/5/layout/IconLeafLabelList"/>
    <dgm:cxn modelId="{E58E4D6D-D9AD-44B8-9D76-3195B844D5D3}" type="presParOf" srcId="{41CA9C83-EE0F-4056-A9CB-CC1C4AF5A33F}" destId="{0FA91F5E-3006-4557-8F36-3E4304EA5338}" srcOrd="1" destOrd="0" presId="urn:microsoft.com/office/officeart/2018/5/layout/IconLeafLabelList"/>
    <dgm:cxn modelId="{87751C95-A757-4475-AFB0-FF1CE7D322ED}" type="presParOf" srcId="{41CA9C83-EE0F-4056-A9CB-CC1C4AF5A33F}" destId="{934C6B04-8088-4948-A37B-A8C70F709C4B}" srcOrd="2" destOrd="0" presId="urn:microsoft.com/office/officeart/2018/5/layout/IconLeafLabelList"/>
    <dgm:cxn modelId="{96F357A6-BBDD-4E11-A77E-6F867D23DD39}" type="presParOf" srcId="{41CA9C83-EE0F-4056-A9CB-CC1C4AF5A33F}" destId="{3F5B431F-55E4-4CDE-AB07-A94D7C44FABE}" srcOrd="3" destOrd="0" presId="urn:microsoft.com/office/officeart/2018/5/layout/IconLeafLabelList"/>
    <dgm:cxn modelId="{0850B185-DD3C-4CBF-B5EF-E28CF77FB0F0}" type="presParOf" srcId="{BCFBD47E-14E1-49F8-AB46-ED4A16E8A508}" destId="{7610C5BB-C02F-4D0A-9F7D-09884FD9961E}" srcOrd="5" destOrd="0" presId="urn:microsoft.com/office/officeart/2018/5/layout/IconLeafLabelList"/>
    <dgm:cxn modelId="{66B3EA66-A3C8-48A9-BF90-0CEBD7D8BF8D}" type="presParOf" srcId="{BCFBD47E-14E1-49F8-AB46-ED4A16E8A508}" destId="{4563124C-BE37-46E6-B1ED-6CC6E8EA605E}" srcOrd="6" destOrd="0" presId="urn:microsoft.com/office/officeart/2018/5/layout/IconLeafLabelList"/>
    <dgm:cxn modelId="{9DF2BC89-EA6D-4466-ADFD-D8C9A1030265}" type="presParOf" srcId="{4563124C-BE37-46E6-B1ED-6CC6E8EA605E}" destId="{5C556EA5-1909-4AEA-8F53-636C750B8FB6}" srcOrd="0" destOrd="0" presId="urn:microsoft.com/office/officeart/2018/5/layout/IconLeafLabelList"/>
    <dgm:cxn modelId="{60378044-86CF-4F49-858B-03828C7F0247}" type="presParOf" srcId="{4563124C-BE37-46E6-B1ED-6CC6E8EA605E}" destId="{9B6B8B07-E3E6-4602-A7DF-BAC378DC1F26}" srcOrd="1" destOrd="0" presId="urn:microsoft.com/office/officeart/2018/5/layout/IconLeafLabelList"/>
    <dgm:cxn modelId="{C1A984D0-6A28-4C78-990B-35C7EF5A29A6}" type="presParOf" srcId="{4563124C-BE37-46E6-B1ED-6CC6E8EA605E}" destId="{6946C09E-447E-4F8D-9E78-7FF90065386F}" srcOrd="2" destOrd="0" presId="urn:microsoft.com/office/officeart/2018/5/layout/IconLeafLabelList"/>
    <dgm:cxn modelId="{AA82B174-D35B-4E4E-8E87-024E6C4229C5}" type="presParOf" srcId="{4563124C-BE37-46E6-B1ED-6CC6E8EA605E}" destId="{284E2E35-23F8-431E-92B9-2985D5C7FA7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16CEB57-85BB-457B-85F6-D937217730C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D01E0566-C9AE-4720-B00B-76E5F50F08DC}">
      <dgm:prSet/>
      <dgm:spPr/>
      <dgm:t>
        <a:bodyPr/>
        <a:lstStyle/>
        <a:p>
          <a:r>
            <a:rPr lang="en-US" b="0" i="0"/>
            <a:t>Menu viewing &amp; pre-ordering</a:t>
          </a:r>
          <a:endParaRPr lang="en-US"/>
        </a:p>
      </dgm:t>
    </dgm:pt>
    <dgm:pt modelId="{97362E32-45A8-46DE-AD15-83D6F142466F}" type="parTrans" cxnId="{3806F41D-2A65-467A-AD73-1A80990FAE59}">
      <dgm:prSet/>
      <dgm:spPr/>
      <dgm:t>
        <a:bodyPr/>
        <a:lstStyle/>
        <a:p>
          <a:endParaRPr lang="en-US"/>
        </a:p>
      </dgm:t>
    </dgm:pt>
    <dgm:pt modelId="{C661C84F-068F-4555-9DCC-7A4386F34E72}" type="sibTrans" cxnId="{3806F41D-2A65-467A-AD73-1A80990FAE59}">
      <dgm:prSet/>
      <dgm:spPr/>
      <dgm:t>
        <a:bodyPr/>
        <a:lstStyle/>
        <a:p>
          <a:endParaRPr lang="en-US"/>
        </a:p>
      </dgm:t>
    </dgm:pt>
    <dgm:pt modelId="{704BB674-0400-407B-9988-EEED2B36077C}">
      <dgm:prSet/>
      <dgm:spPr/>
      <dgm:t>
        <a:bodyPr/>
        <a:lstStyle/>
        <a:p>
          <a:r>
            <a:rPr lang="en-US" b="0" i="0"/>
            <a:t>Credit-based payments</a:t>
          </a:r>
          <a:endParaRPr lang="en-US"/>
        </a:p>
      </dgm:t>
    </dgm:pt>
    <dgm:pt modelId="{88091446-8FFB-44E6-A397-D49D064DE93D}" type="parTrans" cxnId="{E983CD89-F320-4D02-9E0F-0DA407AEB370}">
      <dgm:prSet/>
      <dgm:spPr/>
      <dgm:t>
        <a:bodyPr/>
        <a:lstStyle/>
        <a:p>
          <a:endParaRPr lang="en-US"/>
        </a:p>
      </dgm:t>
    </dgm:pt>
    <dgm:pt modelId="{521A20B9-9682-4B44-A889-689937DF89C3}" type="sibTrans" cxnId="{E983CD89-F320-4D02-9E0F-0DA407AEB370}">
      <dgm:prSet/>
      <dgm:spPr/>
      <dgm:t>
        <a:bodyPr/>
        <a:lstStyle/>
        <a:p>
          <a:endParaRPr lang="en-US"/>
        </a:p>
      </dgm:t>
    </dgm:pt>
    <dgm:pt modelId="{D298DE9B-3097-4CEB-B50A-C7943A39F523}">
      <dgm:prSet/>
      <dgm:spPr/>
      <dgm:t>
        <a:bodyPr/>
        <a:lstStyle/>
        <a:p>
          <a:r>
            <a:rPr lang="en-US" b="0" i="0"/>
            <a:t>QR-based pickup</a:t>
          </a:r>
          <a:endParaRPr lang="en-US"/>
        </a:p>
      </dgm:t>
    </dgm:pt>
    <dgm:pt modelId="{0248EA3D-F7D5-4882-9182-A1E289718BB9}" type="parTrans" cxnId="{1B287EF4-A8B0-40A0-915E-DE529B447020}">
      <dgm:prSet/>
      <dgm:spPr/>
      <dgm:t>
        <a:bodyPr/>
        <a:lstStyle/>
        <a:p>
          <a:endParaRPr lang="en-US"/>
        </a:p>
      </dgm:t>
    </dgm:pt>
    <dgm:pt modelId="{78811A76-2531-4FC0-B1A1-77E748038FA3}" type="sibTrans" cxnId="{1B287EF4-A8B0-40A0-915E-DE529B447020}">
      <dgm:prSet/>
      <dgm:spPr/>
      <dgm:t>
        <a:bodyPr/>
        <a:lstStyle/>
        <a:p>
          <a:endParaRPr lang="en-US"/>
        </a:p>
      </dgm:t>
    </dgm:pt>
    <dgm:pt modelId="{5E2F79D6-EE0E-483D-B275-F5C7B99ED064}">
      <dgm:prSet/>
      <dgm:spPr/>
      <dgm:t>
        <a:bodyPr/>
        <a:lstStyle/>
        <a:p>
          <a:r>
            <a:rPr lang="en-US" b="0" i="0"/>
            <a:t>Real-time order tracking</a:t>
          </a:r>
          <a:endParaRPr lang="en-US"/>
        </a:p>
      </dgm:t>
    </dgm:pt>
    <dgm:pt modelId="{5EC50C68-838E-4C16-BEA9-0D9DF8C450F6}" type="parTrans" cxnId="{14E40E2D-23B4-4142-93DC-13BCB8E3945D}">
      <dgm:prSet/>
      <dgm:spPr/>
      <dgm:t>
        <a:bodyPr/>
        <a:lstStyle/>
        <a:p>
          <a:endParaRPr lang="en-US"/>
        </a:p>
      </dgm:t>
    </dgm:pt>
    <dgm:pt modelId="{3DB3D075-B045-45E4-95D6-AD7B52F192A0}" type="sibTrans" cxnId="{14E40E2D-23B4-4142-93DC-13BCB8E3945D}">
      <dgm:prSet/>
      <dgm:spPr/>
      <dgm:t>
        <a:bodyPr/>
        <a:lstStyle/>
        <a:p>
          <a:endParaRPr lang="en-US"/>
        </a:p>
      </dgm:t>
    </dgm:pt>
    <dgm:pt modelId="{CEE4BF2B-F4C9-4A75-925E-09DBADF20709}" type="pres">
      <dgm:prSet presAssocID="{216CEB57-85BB-457B-85F6-D937217730C5}" presName="root" presStyleCnt="0">
        <dgm:presLayoutVars>
          <dgm:dir/>
          <dgm:resizeHandles val="exact"/>
        </dgm:presLayoutVars>
      </dgm:prSet>
      <dgm:spPr/>
    </dgm:pt>
    <dgm:pt modelId="{3DF49430-DF8C-4BFE-8752-DA46247B93C1}" type="pres">
      <dgm:prSet presAssocID="{216CEB57-85BB-457B-85F6-D937217730C5}" presName="container" presStyleCnt="0">
        <dgm:presLayoutVars>
          <dgm:dir/>
          <dgm:resizeHandles val="exact"/>
        </dgm:presLayoutVars>
      </dgm:prSet>
      <dgm:spPr/>
    </dgm:pt>
    <dgm:pt modelId="{2B6487C0-18C4-4B61-B1A0-17229B30DC87}" type="pres">
      <dgm:prSet presAssocID="{D01E0566-C9AE-4720-B00B-76E5F50F08DC}" presName="compNode" presStyleCnt="0"/>
      <dgm:spPr/>
    </dgm:pt>
    <dgm:pt modelId="{84FC6F25-F2C5-47E9-A69D-0AFB799A6DB6}" type="pres">
      <dgm:prSet presAssocID="{D01E0566-C9AE-4720-B00B-76E5F50F08DC}" presName="iconBgRect" presStyleLbl="bgShp" presStyleIdx="0" presStyleCnt="4"/>
      <dgm:spPr/>
    </dgm:pt>
    <dgm:pt modelId="{030FEFCB-0B9B-4615-8C16-1D2279C48B02}" type="pres">
      <dgm:prSet presAssocID="{D01E0566-C9AE-4720-B00B-76E5F50F08D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vered plate"/>
        </a:ext>
      </dgm:extLst>
    </dgm:pt>
    <dgm:pt modelId="{06BB69AB-FF4B-4640-9DAA-82B9EDBC301F}" type="pres">
      <dgm:prSet presAssocID="{D01E0566-C9AE-4720-B00B-76E5F50F08DC}" presName="spaceRect" presStyleCnt="0"/>
      <dgm:spPr/>
    </dgm:pt>
    <dgm:pt modelId="{AB3602CA-4D9B-453B-8D79-9533230D5614}" type="pres">
      <dgm:prSet presAssocID="{D01E0566-C9AE-4720-B00B-76E5F50F08DC}" presName="textRect" presStyleLbl="revTx" presStyleIdx="0" presStyleCnt="4">
        <dgm:presLayoutVars>
          <dgm:chMax val="1"/>
          <dgm:chPref val="1"/>
        </dgm:presLayoutVars>
      </dgm:prSet>
      <dgm:spPr/>
    </dgm:pt>
    <dgm:pt modelId="{DD7B0A48-472A-47D5-9E52-7C1A2FA2F72F}" type="pres">
      <dgm:prSet presAssocID="{C661C84F-068F-4555-9DCC-7A4386F34E72}" presName="sibTrans" presStyleLbl="sibTrans2D1" presStyleIdx="0" presStyleCnt="0"/>
      <dgm:spPr/>
    </dgm:pt>
    <dgm:pt modelId="{49A91BA6-3EE5-4B3B-A579-AA09B4967762}" type="pres">
      <dgm:prSet presAssocID="{704BB674-0400-407B-9988-EEED2B36077C}" presName="compNode" presStyleCnt="0"/>
      <dgm:spPr/>
    </dgm:pt>
    <dgm:pt modelId="{7AF344E4-B909-485D-80AF-88133FCAEBC6}" type="pres">
      <dgm:prSet presAssocID="{704BB674-0400-407B-9988-EEED2B36077C}" presName="iconBgRect" presStyleLbl="bgShp" presStyleIdx="1" presStyleCnt="4"/>
      <dgm:spPr/>
    </dgm:pt>
    <dgm:pt modelId="{9C163551-22DF-4C8F-B69A-DD434AD583C7}" type="pres">
      <dgm:prSet presAssocID="{704BB674-0400-407B-9988-EEED2B36077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44E125F6-0D45-40F2-8444-E45ED60702EE}" type="pres">
      <dgm:prSet presAssocID="{704BB674-0400-407B-9988-EEED2B36077C}" presName="spaceRect" presStyleCnt="0"/>
      <dgm:spPr/>
    </dgm:pt>
    <dgm:pt modelId="{2A5772F6-DB23-4AC8-9A1F-D98D1B587F9B}" type="pres">
      <dgm:prSet presAssocID="{704BB674-0400-407B-9988-EEED2B36077C}" presName="textRect" presStyleLbl="revTx" presStyleIdx="1" presStyleCnt="4">
        <dgm:presLayoutVars>
          <dgm:chMax val="1"/>
          <dgm:chPref val="1"/>
        </dgm:presLayoutVars>
      </dgm:prSet>
      <dgm:spPr/>
    </dgm:pt>
    <dgm:pt modelId="{A5058F7D-5556-4BF5-A968-DD3A754E24BE}" type="pres">
      <dgm:prSet presAssocID="{521A20B9-9682-4B44-A889-689937DF89C3}" presName="sibTrans" presStyleLbl="sibTrans2D1" presStyleIdx="0" presStyleCnt="0"/>
      <dgm:spPr/>
    </dgm:pt>
    <dgm:pt modelId="{6F57222E-1687-4533-97C3-0A5E83B62ECC}" type="pres">
      <dgm:prSet presAssocID="{D298DE9B-3097-4CEB-B50A-C7943A39F523}" presName="compNode" presStyleCnt="0"/>
      <dgm:spPr/>
    </dgm:pt>
    <dgm:pt modelId="{17956BB8-DE0F-4AAE-AD8C-2DB9D09FA1D1}" type="pres">
      <dgm:prSet presAssocID="{D298DE9B-3097-4CEB-B50A-C7943A39F523}" presName="iconBgRect" presStyleLbl="bgShp" presStyleIdx="2" presStyleCnt="4"/>
      <dgm:spPr/>
    </dgm:pt>
    <dgm:pt modelId="{52112D5E-5EDF-42D0-97C2-85809B22C83A}" type="pres">
      <dgm:prSet presAssocID="{D298DE9B-3097-4CEB-B50A-C7943A39F52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mp truck"/>
        </a:ext>
      </dgm:extLst>
    </dgm:pt>
    <dgm:pt modelId="{DF934C74-88A0-439D-AAA3-1390CA126F78}" type="pres">
      <dgm:prSet presAssocID="{D298DE9B-3097-4CEB-B50A-C7943A39F523}" presName="spaceRect" presStyleCnt="0"/>
      <dgm:spPr/>
    </dgm:pt>
    <dgm:pt modelId="{697A0ED8-D4BE-478B-ACED-00302D116194}" type="pres">
      <dgm:prSet presAssocID="{D298DE9B-3097-4CEB-B50A-C7943A39F523}" presName="textRect" presStyleLbl="revTx" presStyleIdx="2" presStyleCnt="4">
        <dgm:presLayoutVars>
          <dgm:chMax val="1"/>
          <dgm:chPref val="1"/>
        </dgm:presLayoutVars>
      </dgm:prSet>
      <dgm:spPr/>
    </dgm:pt>
    <dgm:pt modelId="{7B0201CF-BC9C-48C1-910F-FEF89D2E5981}" type="pres">
      <dgm:prSet presAssocID="{78811A76-2531-4FC0-B1A1-77E748038FA3}" presName="sibTrans" presStyleLbl="sibTrans2D1" presStyleIdx="0" presStyleCnt="0"/>
      <dgm:spPr/>
    </dgm:pt>
    <dgm:pt modelId="{3941DDB3-24D8-4235-B4C0-A73A2011019A}" type="pres">
      <dgm:prSet presAssocID="{5E2F79D6-EE0E-483D-B275-F5C7B99ED064}" presName="compNode" presStyleCnt="0"/>
      <dgm:spPr/>
    </dgm:pt>
    <dgm:pt modelId="{53DF86C8-71E6-49C1-956D-7D80834A1750}" type="pres">
      <dgm:prSet presAssocID="{5E2F79D6-EE0E-483D-B275-F5C7B99ED064}" presName="iconBgRect" presStyleLbl="bgShp" presStyleIdx="3" presStyleCnt="4"/>
      <dgm:spPr/>
    </dgm:pt>
    <dgm:pt modelId="{857D2D10-5720-475E-A88E-691E6AAF1EF9}" type="pres">
      <dgm:prSet presAssocID="{5E2F79D6-EE0E-483D-B275-F5C7B99ED06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097528EF-9A4E-4233-83B7-6D6D4BF4B44D}" type="pres">
      <dgm:prSet presAssocID="{5E2F79D6-EE0E-483D-B275-F5C7B99ED064}" presName="spaceRect" presStyleCnt="0"/>
      <dgm:spPr/>
    </dgm:pt>
    <dgm:pt modelId="{36995EF0-22BF-4647-A617-415B771ACE53}" type="pres">
      <dgm:prSet presAssocID="{5E2F79D6-EE0E-483D-B275-F5C7B99ED06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BD51701-BA4D-43B6-8260-F435C2978674}" type="presOf" srcId="{521A20B9-9682-4B44-A889-689937DF89C3}" destId="{A5058F7D-5556-4BF5-A968-DD3A754E24BE}" srcOrd="0" destOrd="0" presId="urn:microsoft.com/office/officeart/2018/2/layout/IconCircleList"/>
    <dgm:cxn modelId="{4A862D03-71B6-4FF2-8A16-616E48F351D0}" type="presOf" srcId="{78811A76-2531-4FC0-B1A1-77E748038FA3}" destId="{7B0201CF-BC9C-48C1-910F-FEF89D2E5981}" srcOrd="0" destOrd="0" presId="urn:microsoft.com/office/officeart/2018/2/layout/IconCircleList"/>
    <dgm:cxn modelId="{3806F41D-2A65-467A-AD73-1A80990FAE59}" srcId="{216CEB57-85BB-457B-85F6-D937217730C5}" destId="{D01E0566-C9AE-4720-B00B-76E5F50F08DC}" srcOrd="0" destOrd="0" parTransId="{97362E32-45A8-46DE-AD15-83D6F142466F}" sibTransId="{C661C84F-068F-4555-9DCC-7A4386F34E72}"/>
    <dgm:cxn modelId="{09FA2C29-614E-4839-AF3B-5A8D147DA1D7}" type="presOf" srcId="{C661C84F-068F-4555-9DCC-7A4386F34E72}" destId="{DD7B0A48-472A-47D5-9E52-7C1A2FA2F72F}" srcOrd="0" destOrd="0" presId="urn:microsoft.com/office/officeart/2018/2/layout/IconCircleList"/>
    <dgm:cxn modelId="{14E40E2D-23B4-4142-93DC-13BCB8E3945D}" srcId="{216CEB57-85BB-457B-85F6-D937217730C5}" destId="{5E2F79D6-EE0E-483D-B275-F5C7B99ED064}" srcOrd="3" destOrd="0" parTransId="{5EC50C68-838E-4C16-BEA9-0D9DF8C450F6}" sibTransId="{3DB3D075-B045-45E4-95D6-AD7B52F192A0}"/>
    <dgm:cxn modelId="{76EAC154-C802-4109-998B-F1461CD0F4EC}" type="presOf" srcId="{704BB674-0400-407B-9988-EEED2B36077C}" destId="{2A5772F6-DB23-4AC8-9A1F-D98D1B587F9B}" srcOrd="0" destOrd="0" presId="urn:microsoft.com/office/officeart/2018/2/layout/IconCircleList"/>
    <dgm:cxn modelId="{12FF3B59-92AB-4A4B-A733-2F79237DDC01}" type="presOf" srcId="{5E2F79D6-EE0E-483D-B275-F5C7B99ED064}" destId="{36995EF0-22BF-4647-A617-415B771ACE53}" srcOrd="0" destOrd="0" presId="urn:microsoft.com/office/officeart/2018/2/layout/IconCircleList"/>
    <dgm:cxn modelId="{E983CD89-F320-4D02-9E0F-0DA407AEB370}" srcId="{216CEB57-85BB-457B-85F6-D937217730C5}" destId="{704BB674-0400-407B-9988-EEED2B36077C}" srcOrd="1" destOrd="0" parTransId="{88091446-8FFB-44E6-A397-D49D064DE93D}" sibTransId="{521A20B9-9682-4B44-A889-689937DF89C3}"/>
    <dgm:cxn modelId="{02DC48B0-DB30-4B4C-A2FF-5411F6C96B84}" type="presOf" srcId="{D298DE9B-3097-4CEB-B50A-C7943A39F523}" destId="{697A0ED8-D4BE-478B-ACED-00302D116194}" srcOrd="0" destOrd="0" presId="urn:microsoft.com/office/officeart/2018/2/layout/IconCircleList"/>
    <dgm:cxn modelId="{329D21E3-BAEC-46C1-B8C7-537D1A964535}" type="presOf" srcId="{D01E0566-C9AE-4720-B00B-76E5F50F08DC}" destId="{AB3602CA-4D9B-453B-8D79-9533230D5614}" srcOrd="0" destOrd="0" presId="urn:microsoft.com/office/officeart/2018/2/layout/IconCircleList"/>
    <dgm:cxn modelId="{21929DEB-307F-482E-B00B-33311511D045}" type="presOf" srcId="{216CEB57-85BB-457B-85F6-D937217730C5}" destId="{CEE4BF2B-F4C9-4A75-925E-09DBADF20709}" srcOrd="0" destOrd="0" presId="urn:microsoft.com/office/officeart/2018/2/layout/IconCircleList"/>
    <dgm:cxn modelId="{1B287EF4-A8B0-40A0-915E-DE529B447020}" srcId="{216CEB57-85BB-457B-85F6-D937217730C5}" destId="{D298DE9B-3097-4CEB-B50A-C7943A39F523}" srcOrd="2" destOrd="0" parTransId="{0248EA3D-F7D5-4882-9182-A1E289718BB9}" sibTransId="{78811A76-2531-4FC0-B1A1-77E748038FA3}"/>
    <dgm:cxn modelId="{CEFCAAA3-858E-475D-8B3A-8F2331D27ACA}" type="presParOf" srcId="{CEE4BF2B-F4C9-4A75-925E-09DBADF20709}" destId="{3DF49430-DF8C-4BFE-8752-DA46247B93C1}" srcOrd="0" destOrd="0" presId="urn:microsoft.com/office/officeart/2018/2/layout/IconCircleList"/>
    <dgm:cxn modelId="{BE805A1A-2856-44A9-85A1-30FDFEEF0D78}" type="presParOf" srcId="{3DF49430-DF8C-4BFE-8752-DA46247B93C1}" destId="{2B6487C0-18C4-4B61-B1A0-17229B30DC87}" srcOrd="0" destOrd="0" presId="urn:microsoft.com/office/officeart/2018/2/layout/IconCircleList"/>
    <dgm:cxn modelId="{31954EF1-7EB2-451E-B60B-85562ADB4D45}" type="presParOf" srcId="{2B6487C0-18C4-4B61-B1A0-17229B30DC87}" destId="{84FC6F25-F2C5-47E9-A69D-0AFB799A6DB6}" srcOrd="0" destOrd="0" presId="urn:microsoft.com/office/officeart/2018/2/layout/IconCircleList"/>
    <dgm:cxn modelId="{65A89A89-98A7-4D98-8BA2-209E48867186}" type="presParOf" srcId="{2B6487C0-18C4-4B61-B1A0-17229B30DC87}" destId="{030FEFCB-0B9B-4615-8C16-1D2279C48B02}" srcOrd="1" destOrd="0" presId="urn:microsoft.com/office/officeart/2018/2/layout/IconCircleList"/>
    <dgm:cxn modelId="{F6650361-8C04-4848-9E7D-CFB195D392B9}" type="presParOf" srcId="{2B6487C0-18C4-4B61-B1A0-17229B30DC87}" destId="{06BB69AB-FF4B-4640-9DAA-82B9EDBC301F}" srcOrd="2" destOrd="0" presId="urn:microsoft.com/office/officeart/2018/2/layout/IconCircleList"/>
    <dgm:cxn modelId="{C762491E-1985-4A22-87C0-350313D1078F}" type="presParOf" srcId="{2B6487C0-18C4-4B61-B1A0-17229B30DC87}" destId="{AB3602CA-4D9B-453B-8D79-9533230D5614}" srcOrd="3" destOrd="0" presId="urn:microsoft.com/office/officeart/2018/2/layout/IconCircleList"/>
    <dgm:cxn modelId="{B00E72FF-6A59-4D2B-A38C-D1162E84FF4D}" type="presParOf" srcId="{3DF49430-DF8C-4BFE-8752-DA46247B93C1}" destId="{DD7B0A48-472A-47D5-9E52-7C1A2FA2F72F}" srcOrd="1" destOrd="0" presId="urn:microsoft.com/office/officeart/2018/2/layout/IconCircleList"/>
    <dgm:cxn modelId="{6B95B64C-2C27-4354-8690-630BBBBC8F5C}" type="presParOf" srcId="{3DF49430-DF8C-4BFE-8752-DA46247B93C1}" destId="{49A91BA6-3EE5-4B3B-A579-AA09B4967762}" srcOrd="2" destOrd="0" presId="urn:microsoft.com/office/officeart/2018/2/layout/IconCircleList"/>
    <dgm:cxn modelId="{AA52B347-F33A-44D5-8148-EBC0BAAD25EB}" type="presParOf" srcId="{49A91BA6-3EE5-4B3B-A579-AA09B4967762}" destId="{7AF344E4-B909-485D-80AF-88133FCAEBC6}" srcOrd="0" destOrd="0" presId="urn:microsoft.com/office/officeart/2018/2/layout/IconCircleList"/>
    <dgm:cxn modelId="{F65819F8-E475-4220-9EF0-D87D9ED77430}" type="presParOf" srcId="{49A91BA6-3EE5-4B3B-A579-AA09B4967762}" destId="{9C163551-22DF-4C8F-B69A-DD434AD583C7}" srcOrd="1" destOrd="0" presId="urn:microsoft.com/office/officeart/2018/2/layout/IconCircleList"/>
    <dgm:cxn modelId="{558D59A4-0CF5-4029-9438-1EAE77B70E49}" type="presParOf" srcId="{49A91BA6-3EE5-4B3B-A579-AA09B4967762}" destId="{44E125F6-0D45-40F2-8444-E45ED60702EE}" srcOrd="2" destOrd="0" presId="urn:microsoft.com/office/officeart/2018/2/layout/IconCircleList"/>
    <dgm:cxn modelId="{D6689759-0102-4FA2-AD07-3B82A7D141E2}" type="presParOf" srcId="{49A91BA6-3EE5-4B3B-A579-AA09B4967762}" destId="{2A5772F6-DB23-4AC8-9A1F-D98D1B587F9B}" srcOrd="3" destOrd="0" presId="urn:microsoft.com/office/officeart/2018/2/layout/IconCircleList"/>
    <dgm:cxn modelId="{BCEDF2C4-F2C0-4EC4-A7DC-4FF3C3200D3C}" type="presParOf" srcId="{3DF49430-DF8C-4BFE-8752-DA46247B93C1}" destId="{A5058F7D-5556-4BF5-A968-DD3A754E24BE}" srcOrd="3" destOrd="0" presId="urn:microsoft.com/office/officeart/2018/2/layout/IconCircleList"/>
    <dgm:cxn modelId="{E46F2C7A-0388-4670-B828-8E5D292DDF03}" type="presParOf" srcId="{3DF49430-DF8C-4BFE-8752-DA46247B93C1}" destId="{6F57222E-1687-4533-97C3-0A5E83B62ECC}" srcOrd="4" destOrd="0" presId="urn:microsoft.com/office/officeart/2018/2/layout/IconCircleList"/>
    <dgm:cxn modelId="{49CF324F-799C-4976-8C15-0A15A6E047DB}" type="presParOf" srcId="{6F57222E-1687-4533-97C3-0A5E83B62ECC}" destId="{17956BB8-DE0F-4AAE-AD8C-2DB9D09FA1D1}" srcOrd="0" destOrd="0" presId="urn:microsoft.com/office/officeart/2018/2/layout/IconCircleList"/>
    <dgm:cxn modelId="{A9862B50-92A6-4BC9-A35B-37D6CEAB8421}" type="presParOf" srcId="{6F57222E-1687-4533-97C3-0A5E83B62ECC}" destId="{52112D5E-5EDF-42D0-97C2-85809B22C83A}" srcOrd="1" destOrd="0" presId="urn:microsoft.com/office/officeart/2018/2/layout/IconCircleList"/>
    <dgm:cxn modelId="{F917A233-B17F-477E-B240-9948156B1341}" type="presParOf" srcId="{6F57222E-1687-4533-97C3-0A5E83B62ECC}" destId="{DF934C74-88A0-439D-AAA3-1390CA126F78}" srcOrd="2" destOrd="0" presId="urn:microsoft.com/office/officeart/2018/2/layout/IconCircleList"/>
    <dgm:cxn modelId="{DF0B64E8-BAB4-4D9D-8595-EAD793860305}" type="presParOf" srcId="{6F57222E-1687-4533-97C3-0A5E83B62ECC}" destId="{697A0ED8-D4BE-478B-ACED-00302D116194}" srcOrd="3" destOrd="0" presId="urn:microsoft.com/office/officeart/2018/2/layout/IconCircleList"/>
    <dgm:cxn modelId="{F8ACD09E-C8DF-4D91-8C50-FE1B7D5B059C}" type="presParOf" srcId="{3DF49430-DF8C-4BFE-8752-DA46247B93C1}" destId="{7B0201CF-BC9C-48C1-910F-FEF89D2E5981}" srcOrd="5" destOrd="0" presId="urn:microsoft.com/office/officeart/2018/2/layout/IconCircleList"/>
    <dgm:cxn modelId="{A6C3DD04-FB30-411D-BE1C-8544BBAC9838}" type="presParOf" srcId="{3DF49430-DF8C-4BFE-8752-DA46247B93C1}" destId="{3941DDB3-24D8-4235-B4C0-A73A2011019A}" srcOrd="6" destOrd="0" presId="urn:microsoft.com/office/officeart/2018/2/layout/IconCircleList"/>
    <dgm:cxn modelId="{3B900BB5-B784-4970-9D95-D7E4F76CEE6F}" type="presParOf" srcId="{3941DDB3-24D8-4235-B4C0-A73A2011019A}" destId="{53DF86C8-71E6-49C1-956D-7D80834A1750}" srcOrd="0" destOrd="0" presId="urn:microsoft.com/office/officeart/2018/2/layout/IconCircleList"/>
    <dgm:cxn modelId="{CA9477CE-45DC-4222-A96E-CFCC423783C0}" type="presParOf" srcId="{3941DDB3-24D8-4235-B4C0-A73A2011019A}" destId="{857D2D10-5720-475E-A88E-691E6AAF1EF9}" srcOrd="1" destOrd="0" presId="urn:microsoft.com/office/officeart/2018/2/layout/IconCircleList"/>
    <dgm:cxn modelId="{D3F3A67C-7DC4-4E9D-B454-8EA9AD443903}" type="presParOf" srcId="{3941DDB3-24D8-4235-B4C0-A73A2011019A}" destId="{097528EF-9A4E-4233-83B7-6D6D4BF4B44D}" srcOrd="2" destOrd="0" presId="urn:microsoft.com/office/officeart/2018/2/layout/IconCircleList"/>
    <dgm:cxn modelId="{51A8B90C-4A92-4ADE-AB9A-42C8A1B8660B}" type="presParOf" srcId="{3941DDB3-24D8-4235-B4C0-A73A2011019A}" destId="{36995EF0-22BF-4647-A617-415B771ACE5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C7FD3DE-66C7-4E31-8336-331C1B139C5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E341AE25-C228-4DDB-9965-617744EF9F3E}">
      <dgm:prSet/>
      <dgm:spPr/>
      <dgm:t>
        <a:bodyPr/>
        <a:lstStyle/>
        <a:p>
          <a:r>
            <a:rPr lang="en-US" b="0" i="0"/>
            <a:t>Control over credits &amp; subsidy</a:t>
          </a:r>
          <a:endParaRPr lang="en-US"/>
        </a:p>
      </dgm:t>
    </dgm:pt>
    <dgm:pt modelId="{E711C9B5-B5B6-484A-A530-45FD52E69CDD}" type="parTrans" cxnId="{E24CD8E6-4A5F-4DF4-B7EC-325B9ED4E2F4}">
      <dgm:prSet/>
      <dgm:spPr/>
      <dgm:t>
        <a:bodyPr/>
        <a:lstStyle/>
        <a:p>
          <a:endParaRPr lang="en-US"/>
        </a:p>
      </dgm:t>
    </dgm:pt>
    <dgm:pt modelId="{11C60E6B-31BE-4A82-A789-81BF73D8D27A}" type="sibTrans" cxnId="{E24CD8E6-4A5F-4DF4-B7EC-325B9ED4E2F4}">
      <dgm:prSet/>
      <dgm:spPr/>
      <dgm:t>
        <a:bodyPr/>
        <a:lstStyle/>
        <a:p>
          <a:endParaRPr lang="en-US"/>
        </a:p>
      </dgm:t>
    </dgm:pt>
    <dgm:pt modelId="{845909A1-3721-47DD-824C-6FCE5D96AC9A}">
      <dgm:prSet/>
      <dgm:spPr/>
      <dgm:t>
        <a:bodyPr/>
        <a:lstStyle/>
        <a:p>
          <a:r>
            <a:rPr lang="en-US" b="0" i="0"/>
            <a:t>Policy management</a:t>
          </a:r>
          <a:endParaRPr lang="en-US"/>
        </a:p>
      </dgm:t>
    </dgm:pt>
    <dgm:pt modelId="{25D3BE76-49A1-4D3C-A6E6-B77964588D81}" type="parTrans" cxnId="{FD750CC4-46C2-432B-8858-05D6C111F2D8}">
      <dgm:prSet/>
      <dgm:spPr/>
      <dgm:t>
        <a:bodyPr/>
        <a:lstStyle/>
        <a:p>
          <a:endParaRPr lang="en-US"/>
        </a:p>
      </dgm:t>
    </dgm:pt>
    <dgm:pt modelId="{87D62890-8919-4940-91F8-CB4B2D31EF75}" type="sibTrans" cxnId="{FD750CC4-46C2-432B-8858-05D6C111F2D8}">
      <dgm:prSet/>
      <dgm:spPr/>
      <dgm:t>
        <a:bodyPr/>
        <a:lstStyle/>
        <a:p>
          <a:endParaRPr lang="en-US"/>
        </a:p>
      </dgm:t>
    </dgm:pt>
    <dgm:pt modelId="{E8841061-443C-4AED-8329-FC5648B5B1CE}">
      <dgm:prSet/>
      <dgm:spPr/>
      <dgm:t>
        <a:bodyPr/>
        <a:lstStyle/>
        <a:p>
          <a:r>
            <a:rPr lang="en-US" b="0" i="0"/>
            <a:t>Audit-ready reports</a:t>
          </a:r>
          <a:endParaRPr lang="en-US"/>
        </a:p>
      </dgm:t>
    </dgm:pt>
    <dgm:pt modelId="{A566E8AF-D41A-48B8-9D6B-09095D50078B}" type="parTrans" cxnId="{C2B2EB0F-320E-419A-9C7C-F22F7D866934}">
      <dgm:prSet/>
      <dgm:spPr/>
      <dgm:t>
        <a:bodyPr/>
        <a:lstStyle/>
        <a:p>
          <a:endParaRPr lang="en-US"/>
        </a:p>
      </dgm:t>
    </dgm:pt>
    <dgm:pt modelId="{B6528DF3-44CC-42A3-8893-5812113575D6}" type="sibTrans" cxnId="{C2B2EB0F-320E-419A-9C7C-F22F7D866934}">
      <dgm:prSet/>
      <dgm:spPr/>
      <dgm:t>
        <a:bodyPr/>
        <a:lstStyle/>
        <a:p>
          <a:endParaRPr lang="en-US"/>
        </a:p>
      </dgm:t>
    </dgm:pt>
    <dgm:pt modelId="{225CACAE-0D92-4B6C-8736-E51E8828EEA8}">
      <dgm:prSet/>
      <dgm:spPr/>
      <dgm:t>
        <a:bodyPr/>
        <a:lstStyle/>
        <a:p>
          <a:r>
            <a:rPr lang="en-US" b="0" i="0"/>
            <a:t>Department-wise tracking</a:t>
          </a:r>
          <a:endParaRPr lang="en-US"/>
        </a:p>
      </dgm:t>
    </dgm:pt>
    <dgm:pt modelId="{E3409123-8C01-48EA-9789-CA9258B193B5}" type="parTrans" cxnId="{9FF7D3B4-16CF-4149-AA8E-D8519E54DB10}">
      <dgm:prSet/>
      <dgm:spPr/>
      <dgm:t>
        <a:bodyPr/>
        <a:lstStyle/>
        <a:p>
          <a:endParaRPr lang="en-US"/>
        </a:p>
      </dgm:t>
    </dgm:pt>
    <dgm:pt modelId="{442CB6A0-F29C-47B2-AE02-C2C246D659DF}" type="sibTrans" cxnId="{9FF7D3B4-16CF-4149-AA8E-D8519E54DB10}">
      <dgm:prSet/>
      <dgm:spPr/>
      <dgm:t>
        <a:bodyPr/>
        <a:lstStyle/>
        <a:p>
          <a:endParaRPr lang="en-US"/>
        </a:p>
      </dgm:t>
    </dgm:pt>
    <dgm:pt modelId="{0801D7F3-571A-4965-A955-4B1155129831}" type="pres">
      <dgm:prSet presAssocID="{4C7FD3DE-66C7-4E31-8336-331C1B139C5B}" presName="root" presStyleCnt="0">
        <dgm:presLayoutVars>
          <dgm:dir/>
          <dgm:resizeHandles val="exact"/>
        </dgm:presLayoutVars>
      </dgm:prSet>
      <dgm:spPr/>
    </dgm:pt>
    <dgm:pt modelId="{1B982F41-1346-441A-8352-B35441AB3869}" type="pres">
      <dgm:prSet presAssocID="{4C7FD3DE-66C7-4E31-8336-331C1B139C5B}" presName="container" presStyleCnt="0">
        <dgm:presLayoutVars>
          <dgm:dir/>
          <dgm:resizeHandles val="exact"/>
        </dgm:presLayoutVars>
      </dgm:prSet>
      <dgm:spPr/>
    </dgm:pt>
    <dgm:pt modelId="{433FFC60-E072-46FC-A8D4-904183B5F0DD}" type="pres">
      <dgm:prSet presAssocID="{E341AE25-C228-4DDB-9965-617744EF9F3E}" presName="compNode" presStyleCnt="0"/>
      <dgm:spPr/>
    </dgm:pt>
    <dgm:pt modelId="{32410AD5-FCF2-45F7-B971-95545C823D32}" type="pres">
      <dgm:prSet presAssocID="{E341AE25-C228-4DDB-9965-617744EF9F3E}" presName="iconBgRect" presStyleLbl="bgShp" presStyleIdx="0" presStyleCnt="4"/>
      <dgm:spPr/>
    </dgm:pt>
    <dgm:pt modelId="{5FAA89E6-4E0A-4A66-886D-754EA088BD8C}" type="pres">
      <dgm:prSet presAssocID="{E341AE25-C228-4DDB-9965-617744EF9F3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51F4728F-C69A-4DC8-9965-D1746A44993C}" type="pres">
      <dgm:prSet presAssocID="{E341AE25-C228-4DDB-9965-617744EF9F3E}" presName="spaceRect" presStyleCnt="0"/>
      <dgm:spPr/>
    </dgm:pt>
    <dgm:pt modelId="{8B32D0A5-722D-4148-88F7-AD26B678675B}" type="pres">
      <dgm:prSet presAssocID="{E341AE25-C228-4DDB-9965-617744EF9F3E}" presName="textRect" presStyleLbl="revTx" presStyleIdx="0" presStyleCnt="4">
        <dgm:presLayoutVars>
          <dgm:chMax val="1"/>
          <dgm:chPref val="1"/>
        </dgm:presLayoutVars>
      </dgm:prSet>
      <dgm:spPr/>
    </dgm:pt>
    <dgm:pt modelId="{DDDB04D2-B0DF-4C52-888A-30BAD88C48C5}" type="pres">
      <dgm:prSet presAssocID="{11C60E6B-31BE-4A82-A789-81BF73D8D27A}" presName="sibTrans" presStyleLbl="sibTrans2D1" presStyleIdx="0" presStyleCnt="0"/>
      <dgm:spPr/>
    </dgm:pt>
    <dgm:pt modelId="{781721F4-CECF-476B-AF75-D3D4A4365579}" type="pres">
      <dgm:prSet presAssocID="{845909A1-3721-47DD-824C-6FCE5D96AC9A}" presName="compNode" presStyleCnt="0"/>
      <dgm:spPr/>
    </dgm:pt>
    <dgm:pt modelId="{6AA8CE13-B2E1-487A-BF1F-2D63A87F0955}" type="pres">
      <dgm:prSet presAssocID="{845909A1-3721-47DD-824C-6FCE5D96AC9A}" presName="iconBgRect" presStyleLbl="bgShp" presStyleIdx="1" presStyleCnt="4"/>
      <dgm:spPr/>
    </dgm:pt>
    <dgm:pt modelId="{3669A5AD-9EE4-4C06-B492-7CF6BEC0923F}" type="pres">
      <dgm:prSet presAssocID="{845909A1-3721-47DD-824C-6FCE5D96AC9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46BDFBD0-9E82-4253-9401-951CD70C7016}" type="pres">
      <dgm:prSet presAssocID="{845909A1-3721-47DD-824C-6FCE5D96AC9A}" presName="spaceRect" presStyleCnt="0"/>
      <dgm:spPr/>
    </dgm:pt>
    <dgm:pt modelId="{5630C8FD-AB38-4AEA-B450-87786E32D836}" type="pres">
      <dgm:prSet presAssocID="{845909A1-3721-47DD-824C-6FCE5D96AC9A}" presName="textRect" presStyleLbl="revTx" presStyleIdx="1" presStyleCnt="4">
        <dgm:presLayoutVars>
          <dgm:chMax val="1"/>
          <dgm:chPref val="1"/>
        </dgm:presLayoutVars>
      </dgm:prSet>
      <dgm:spPr/>
    </dgm:pt>
    <dgm:pt modelId="{EF442438-C7F2-4EF5-999D-31D3A9515B41}" type="pres">
      <dgm:prSet presAssocID="{87D62890-8919-4940-91F8-CB4B2D31EF75}" presName="sibTrans" presStyleLbl="sibTrans2D1" presStyleIdx="0" presStyleCnt="0"/>
      <dgm:spPr/>
    </dgm:pt>
    <dgm:pt modelId="{A9D63F27-5F3C-4CD5-B1AA-6B8E1E81AA76}" type="pres">
      <dgm:prSet presAssocID="{E8841061-443C-4AED-8329-FC5648B5B1CE}" presName="compNode" presStyleCnt="0"/>
      <dgm:spPr/>
    </dgm:pt>
    <dgm:pt modelId="{3BE3B9EB-85EB-438C-8203-A571241BE19B}" type="pres">
      <dgm:prSet presAssocID="{E8841061-443C-4AED-8329-FC5648B5B1CE}" presName="iconBgRect" presStyleLbl="bgShp" presStyleIdx="2" presStyleCnt="4"/>
      <dgm:spPr/>
    </dgm:pt>
    <dgm:pt modelId="{128B4720-29C2-4FC7-9C52-FAFC0539BD26}" type="pres">
      <dgm:prSet presAssocID="{E8841061-443C-4AED-8329-FC5648B5B1C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7A467F3-E6F2-4F99-995B-512926BBA63C}" type="pres">
      <dgm:prSet presAssocID="{E8841061-443C-4AED-8329-FC5648B5B1CE}" presName="spaceRect" presStyleCnt="0"/>
      <dgm:spPr/>
    </dgm:pt>
    <dgm:pt modelId="{EB4DECE7-ED9C-4D3E-82B9-BC008828258A}" type="pres">
      <dgm:prSet presAssocID="{E8841061-443C-4AED-8329-FC5648B5B1CE}" presName="textRect" presStyleLbl="revTx" presStyleIdx="2" presStyleCnt="4">
        <dgm:presLayoutVars>
          <dgm:chMax val="1"/>
          <dgm:chPref val="1"/>
        </dgm:presLayoutVars>
      </dgm:prSet>
      <dgm:spPr/>
    </dgm:pt>
    <dgm:pt modelId="{AD8F3EDB-DE47-4E5F-BDD3-F60C3DDB10DB}" type="pres">
      <dgm:prSet presAssocID="{B6528DF3-44CC-42A3-8893-5812113575D6}" presName="sibTrans" presStyleLbl="sibTrans2D1" presStyleIdx="0" presStyleCnt="0"/>
      <dgm:spPr/>
    </dgm:pt>
    <dgm:pt modelId="{32954AB3-38AC-4684-9935-2AF62AF9DAAD}" type="pres">
      <dgm:prSet presAssocID="{225CACAE-0D92-4B6C-8736-E51E8828EEA8}" presName="compNode" presStyleCnt="0"/>
      <dgm:spPr/>
    </dgm:pt>
    <dgm:pt modelId="{F32E6073-F4F3-48A3-918E-E2187EC0632B}" type="pres">
      <dgm:prSet presAssocID="{225CACAE-0D92-4B6C-8736-E51E8828EEA8}" presName="iconBgRect" presStyleLbl="bgShp" presStyleIdx="3" presStyleCnt="4"/>
      <dgm:spPr/>
    </dgm:pt>
    <dgm:pt modelId="{53D3593B-F1ED-4AB3-9918-5B0BD6CC2723}" type="pres">
      <dgm:prSet presAssocID="{225CACAE-0D92-4B6C-8736-E51E8828EEA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AFE8780-D39B-4079-958B-078BFED2ECC3}" type="pres">
      <dgm:prSet presAssocID="{225CACAE-0D92-4B6C-8736-E51E8828EEA8}" presName="spaceRect" presStyleCnt="0"/>
      <dgm:spPr/>
    </dgm:pt>
    <dgm:pt modelId="{20F19271-2A86-485F-BD2A-E0A96501C8B3}" type="pres">
      <dgm:prSet presAssocID="{225CACAE-0D92-4B6C-8736-E51E8828EEA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2B2EB0F-320E-419A-9C7C-F22F7D866934}" srcId="{4C7FD3DE-66C7-4E31-8336-331C1B139C5B}" destId="{E8841061-443C-4AED-8329-FC5648B5B1CE}" srcOrd="2" destOrd="0" parTransId="{A566E8AF-D41A-48B8-9D6B-09095D50078B}" sibTransId="{B6528DF3-44CC-42A3-8893-5812113575D6}"/>
    <dgm:cxn modelId="{7E95BB22-186E-410B-A488-798ACE8142D7}" type="presOf" srcId="{4C7FD3DE-66C7-4E31-8336-331C1B139C5B}" destId="{0801D7F3-571A-4965-A955-4B1155129831}" srcOrd="0" destOrd="0" presId="urn:microsoft.com/office/officeart/2018/2/layout/IconCircleList"/>
    <dgm:cxn modelId="{997CB749-BC90-4A13-B365-2BF3309FE901}" type="presOf" srcId="{225CACAE-0D92-4B6C-8736-E51E8828EEA8}" destId="{20F19271-2A86-485F-BD2A-E0A96501C8B3}" srcOrd="0" destOrd="0" presId="urn:microsoft.com/office/officeart/2018/2/layout/IconCircleList"/>
    <dgm:cxn modelId="{9BF0F16E-92DA-4EAF-81F9-CF38B4A4DB3A}" type="presOf" srcId="{E341AE25-C228-4DDB-9965-617744EF9F3E}" destId="{8B32D0A5-722D-4148-88F7-AD26B678675B}" srcOrd="0" destOrd="0" presId="urn:microsoft.com/office/officeart/2018/2/layout/IconCircleList"/>
    <dgm:cxn modelId="{D5C92F6F-C153-4172-98D3-49347AE6F317}" type="presOf" srcId="{87D62890-8919-4940-91F8-CB4B2D31EF75}" destId="{EF442438-C7F2-4EF5-999D-31D3A9515B41}" srcOrd="0" destOrd="0" presId="urn:microsoft.com/office/officeart/2018/2/layout/IconCircleList"/>
    <dgm:cxn modelId="{8EF41C97-D988-443F-AC1B-A84A53C08ADA}" type="presOf" srcId="{845909A1-3721-47DD-824C-6FCE5D96AC9A}" destId="{5630C8FD-AB38-4AEA-B450-87786E32D836}" srcOrd="0" destOrd="0" presId="urn:microsoft.com/office/officeart/2018/2/layout/IconCircleList"/>
    <dgm:cxn modelId="{2197DEA1-8511-4FF0-A24B-394AEDE9A62B}" type="presOf" srcId="{B6528DF3-44CC-42A3-8893-5812113575D6}" destId="{AD8F3EDB-DE47-4E5F-BDD3-F60C3DDB10DB}" srcOrd="0" destOrd="0" presId="urn:microsoft.com/office/officeart/2018/2/layout/IconCircleList"/>
    <dgm:cxn modelId="{E5F1E4A8-BF76-4C3F-BB04-E054DA0FA5CF}" type="presOf" srcId="{E8841061-443C-4AED-8329-FC5648B5B1CE}" destId="{EB4DECE7-ED9C-4D3E-82B9-BC008828258A}" srcOrd="0" destOrd="0" presId="urn:microsoft.com/office/officeart/2018/2/layout/IconCircleList"/>
    <dgm:cxn modelId="{9FF7D3B4-16CF-4149-AA8E-D8519E54DB10}" srcId="{4C7FD3DE-66C7-4E31-8336-331C1B139C5B}" destId="{225CACAE-0D92-4B6C-8736-E51E8828EEA8}" srcOrd="3" destOrd="0" parTransId="{E3409123-8C01-48EA-9789-CA9258B193B5}" sibTransId="{442CB6A0-F29C-47B2-AE02-C2C246D659DF}"/>
    <dgm:cxn modelId="{FD750CC4-46C2-432B-8858-05D6C111F2D8}" srcId="{4C7FD3DE-66C7-4E31-8336-331C1B139C5B}" destId="{845909A1-3721-47DD-824C-6FCE5D96AC9A}" srcOrd="1" destOrd="0" parTransId="{25D3BE76-49A1-4D3C-A6E6-B77964588D81}" sibTransId="{87D62890-8919-4940-91F8-CB4B2D31EF75}"/>
    <dgm:cxn modelId="{E24CD8E6-4A5F-4DF4-B7EC-325B9ED4E2F4}" srcId="{4C7FD3DE-66C7-4E31-8336-331C1B139C5B}" destId="{E341AE25-C228-4DDB-9965-617744EF9F3E}" srcOrd="0" destOrd="0" parTransId="{E711C9B5-B5B6-484A-A530-45FD52E69CDD}" sibTransId="{11C60E6B-31BE-4A82-A789-81BF73D8D27A}"/>
    <dgm:cxn modelId="{69BE18EF-A1F6-4C74-9DE3-1984E82CF931}" type="presOf" srcId="{11C60E6B-31BE-4A82-A789-81BF73D8D27A}" destId="{DDDB04D2-B0DF-4C52-888A-30BAD88C48C5}" srcOrd="0" destOrd="0" presId="urn:microsoft.com/office/officeart/2018/2/layout/IconCircleList"/>
    <dgm:cxn modelId="{BE55FFF9-2834-4F36-A7D7-5E8132FA84CF}" type="presParOf" srcId="{0801D7F3-571A-4965-A955-4B1155129831}" destId="{1B982F41-1346-441A-8352-B35441AB3869}" srcOrd="0" destOrd="0" presId="urn:microsoft.com/office/officeart/2018/2/layout/IconCircleList"/>
    <dgm:cxn modelId="{F1FDB11A-EC52-4268-9E8C-F7036CE5BEAC}" type="presParOf" srcId="{1B982F41-1346-441A-8352-B35441AB3869}" destId="{433FFC60-E072-46FC-A8D4-904183B5F0DD}" srcOrd="0" destOrd="0" presId="urn:microsoft.com/office/officeart/2018/2/layout/IconCircleList"/>
    <dgm:cxn modelId="{E9282DBE-A426-4E38-8B04-C38D31AF8E38}" type="presParOf" srcId="{433FFC60-E072-46FC-A8D4-904183B5F0DD}" destId="{32410AD5-FCF2-45F7-B971-95545C823D32}" srcOrd="0" destOrd="0" presId="urn:microsoft.com/office/officeart/2018/2/layout/IconCircleList"/>
    <dgm:cxn modelId="{AAEB80D7-7A55-400B-9666-4D98C7A64288}" type="presParOf" srcId="{433FFC60-E072-46FC-A8D4-904183B5F0DD}" destId="{5FAA89E6-4E0A-4A66-886D-754EA088BD8C}" srcOrd="1" destOrd="0" presId="urn:microsoft.com/office/officeart/2018/2/layout/IconCircleList"/>
    <dgm:cxn modelId="{72FBE3EB-8DAB-4028-95F0-180B0C704666}" type="presParOf" srcId="{433FFC60-E072-46FC-A8D4-904183B5F0DD}" destId="{51F4728F-C69A-4DC8-9965-D1746A44993C}" srcOrd="2" destOrd="0" presId="urn:microsoft.com/office/officeart/2018/2/layout/IconCircleList"/>
    <dgm:cxn modelId="{14BD9448-0083-4EC5-B122-374D5D76C092}" type="presParOf" srcId="{433FFC60-E072-46FC-A8D4-904183B5F0DD}" destId="{8B32D0A5-722D-4148-88F7-AD26B678675B}" srcOrd="3" destOrd="0" presId="urn:microsoft.com/office/officeart/2018/2/layout/IconCircleList"/>
    <dgm:cxn modelId="{900EAD61-A2ED-49CB-A4C0-1D38975695CB}" type="presParOf" srcId="{1B982F41-1346-441A-8352-B35441AB3869}" destId="{DDDB04D2-B0DF-4C52-888A-30BAD88C48C5}" srcOrd="1" destOrd="0" presId="urn:microsoft.com/office/officeart/2018/2/layout/IconCircleList"/>
    <dgm:cxn modelId="{049919DB-3CEF-4E1D-8BFC-1611FB9B27B8}" type="presParOf" srcId="{1B982F41-1346-441A-8352-B35441AB3869}" destId="{781721F4-CECF-476B-AF75-D3D4A4365579}" srcOrd="2" destOrd="0" presId="urn:microsoft.com/office/officeart/2018/2/layout/IconCircleList"/>
    <dgm:cxn modelId="{79A8F3D0-5384-4D2A-AC72-2ADCC4E5B15F}" type="presParOf" srcId="{781721F4-CECF-476B-AF75-D3D4A4365579}" destId="{6AA8CE13-B2E1-487A-BF1F-2D63A87F0955}" srcOrd="0" destOrd="0" presId="urn:microsoft.com/office/officeart/2018/2/layout/IconCircleList"/>
    <dgm:cxn modelId="{40157E57-03CD-4BA6-9BAC-D1C291FE8446}" type="presParOf" srcId="{781721F4-CECF-476B-AF75-D3D4A4365579}" destId="{3669A5AD-9EE4-4C06-B492-7CF6BEC0923F}" srcOrd="1" destOrd="0" presId="urn:microsoft.com/office/officeart/2018/2/layout/IconCircleList"/>
    <dgm:cxn modelId="{9EDB47E1-1A97-4D4D-9DFF-C0DED62449D0}" type="presParOf" srcId="{781721F4-CECF-476B-AF75-D3D4A4365579}" destId="{46BDFBD0-9E82-4253-9401-951CD70C7016}" srcOrd="2" destOrd="0" presId="urn:microsoft.com/office/officeart/2018/2/layout/IconCircleList"/>
    <dgm:cxn modelId="{61A8098F-6366-4D7C-A5C0-E606F2529C59}" type="presParOf" srcId="{781721F4-CECF-476B-AF75-D3D4A4365579}" destId="{5630C8FD-AB38-4AEA-B450-87786E32D836}" srcOrd="3" destOrd="0" presId="urn:microsoft.com/office/officeart/2018/2/layout/IconCircleList"/>
    <dgm:cxn modelId="{E93FB7D5-5C33-4616-9D75-23AA3EE03BAA}" type="presParOf" srcId="{1B982F41-1346-441A-8352-B35441AB3869}" destId="{EF442438-C7F2-4EF5-999D-31D3A9515B41}" srcOrd="3" destOrd="0" presId="urn:microsoft.com/office/officeart/2018/2/layout/IconCircleList"/>
    <dgm:cxn modelId="{D7709408-1694-4E0B-84FB-48EB507C462D}" type="presParOf" srcId="{1B982F41-1346-441A-8352-B35441AB3869}" destId="{A9D63F27-5F3C-4CD5-B1AA-6B8E1E81AA76}" srcOrd="4" destOrd="0" presId="urn:microsoft.com/office/officeart/2018/2/layout/IconCircleList"/>
    <dgm:cxn modelId="{048AE62B-B9FA-4511-BE3C-C4AFCF060E60}" type="presParOf" srcId="{A9D63F27-5F3C-4CD5-B1AA-6B8E1E81AA76}" destId="{3BE3B9EB-85EB-438C-8203-A571241BE19B}" srcOrd="0" destOrd="0" presId="urn:microsoft.com/office/officeart/2018/2/layout/IconCircleList"/>
    <dgm:cxn modelId="{2562F833-8BB9-4395-9D85-C819168CD079}" type="presParOf" srcId="{A9D63F27-5F3C-4CD5-B1AA-6B8E1E81AA76}" destId="{128B4720-29C2-4FC7-9C52-FAFC0539BD26}" srcOrd="1" destOrd="0" presId="urn:microsoft.com/office/officeart/2018/2/layout/IconCircleList"/>
    <dgm:cxn modelId="{7239B6A8-E284-4F3C-B608-EC246F45AD15}" type="presParOf" srcId="{A9D63F27-5F3C-4CD5-B1AA-6B8E1E81AA76}" destId="{C7A467F3-E6F2-4F99-995B-512926BBA63C}" srcOrd="2" destOrd="0" presId="urn:microsoft.com/office/officeart/2018/2/layout/IconCircleList"/>
    <dgm:cxn modelId="{B898B3A9-13C3-4822-9E9E-542FA5493976}" type="presParOf" srcId="{A9D63F27-5F3C-4CD5-B1AA-6B8E1E81AA76}" destId="{EB4DECE7-ED9C-4D3E-82B9-BC008828258A}" srcOrd="3" destOrd="0" presId="urn:microsoft.com/office/officeart/2018/2/layout/IconCircleList"/>
    <dgm:cxn modelId="{59D63D75-76FB-4778-95BB-CAD102E52B85}" type="presParOf" srcId="{1B982F41-1346-441A-8352-B35441AB3869}" destId="{AD8F3EDB-DE47-4E5F-BDD3-F60C3DDB10DB}" srcOrd="5" destOrd="0" presId="urn:microsoft.com/office/officeart/2018/2/layout/IconCircleList"/>
    <dgm:cxn modelId="{91D0FF78-B315-41DE-94AA-A1E8BD5BDC35}" type="presParOf" srcId="{1B982F41-1346-441A-8352-B35441AB3869}" destId="{32954AB3-38AC-4684-9935-2AF62AF9DAAD}" srcOrd="6" destOrd="0" presId="urn:microsoft.com/office/officeart/2018/2/layout/IconCircleList"/>
    <dgm:cxn modelId="{F5DD7281-6D69-4CED-8216-CC4F448E556B}" type="presParOf" srcId="{32954AB3-38AC-4684-9935-2AF62AF9DAAD}" destId="{F32E6073-F4F3-48A3-918E-E2187EC0632B}" srcOrd="0" destOrd="0" presId="urn:microsoft.com/office/officeart/2018/2/layout/IconCircleList"/>
    <dgm:cxn modelId="{007F0E6D-3FC3-4237-AC5B-7E4D010DE6A4}" type="presParOf" srcId="{32954AB3-38AC-4684-9935-2AF62AF9DAAD}" destId="{53D3593B-F1ED-4AB3-9918-5B0BD6CC2723}" srcOrd="1" destOrd="0" presId="urn:microsoft.com/office/officeart/2018/2/layout/IconCircleList"/>
    <dgm:cxn modelId="{3186CC8E-1F6F-4690-BB77-43CC37AF6C91}" type="presParOf" srcId="{32954AB3-38AC-4684-9935-2AF62AF9DAAD}" destId="{5AFE8780-D39B-4079-958B-078BFED2ECC3}" srcOrd="2" destOrd="0" presId="urn:microsoft.com/office/officeart/2018/2/layout/IconCircleList"/>
    <dgm:cxn modelId="{28D0A6D6-4BE3-47E7-B88E-9B7E8A65183B}" type="presParOf" srcId="{32954AB3-38AC-4684-9935-2AF62AF9DAAD}" destId="{20F19271-2A86-485F-BD2A-E0A96501C8B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19DBF2F-48E7-4FB5-ADFA-B0BDC78CD9FF}" type="doc">
      <dgm:prSet loTypeId="urn:microsoft.com/office/officeart/2005/8/layout/hierarchy3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892F39C-A995-4A0A-BEF6-24FDE6E41059}">
      <dgm:prSet/>
      <dgm:spPr/>
      <dgm:t>
        <a:bodyPr/>
        <a:lstStyle/>
        <a:p>
          <a:r>
            <a:rPr lang="en-US" b="0" i="0"/>
            <a:t>No printing of coupons</a:t>
          </a:r>
          <a:endParaRPr lang="en-US"/>
        </a:p>
      </dgm:t>
    </dgm:pt>
    <dgm:pt modelId="{F53E7283-6667-4C33-86C8-7AE6EC51B475}" type="parTrans" cxnId="{D9C25681-7E8E-46D3-8875-E1C1E86D8BC5}">
      <dgm:prSet/>
      <dgm:spPr/>
      <dgm:t>
        <a:bodyPr/>
        <a:lstStyle/>
        <a:p>
          <a:endParaRPr lang="en-US"/>
        </a:p>
      </dgm:t>
    </dgm:pt>
    <dgm:pt modelId="{9048C6D7-E854-4369-A383-290DEAED7574}" type="sibTrans" cxnId="{D9C25681-7E8E-46D3-8875-E1C1E86D8BC5}">
      <dgm:prSet/>
      <dgm:spPr/>
      <dgm:t>
        <a:bodyPr/>
        <a:lstStyle/>
        <a:p>
          <a:endParaRPr lang="en-US"/>
        </a:p>
      </dgm:t>
    </dgm:pt>
    <dgm:pt modelId="{075473B1-EA0A-4865-8191-CE0512A363CB}">
      <dgm:prSet/>
      <dgm:spPr/>
      <dgm:t>
        <a:bodyPr/>
        <a:lstStyle/>
        <a:p>
          <a:r>
            <a:rPr lang="en-US" b="0" i="0"/>
            <a:t>Reduced manual work</a:t>
          </a:r>
          <a:endParaRPr lang="en-US"/>
        </a:p>
      </dgm:t>
    </dgm:pt>
    <dgm:pt modelId="{8D3D59F0-7F31-44FF-817C-4380FA59304B}" type="parTrans" cxnId="{6ECF1C23-F9CC-4C14-96F9-AFE26F90D3AD}">
      <dgm:prSet/>
      <dgm:spPr/>
      <dgm:t>
        <a:bodyPr/>
        <a:lstStyle/>
        <a:p>
          <a:endParaRPr lang="en-US"/>
        </a:p>
      </dgm:t>
    </dgm:pt>
    <dgm:pt modelId="{3AE586BA-5148-4AAD-A741-18E5E2E660A1}" type="sibTrans" cxnId="{6ECF1C23-F9CC-4C14-96F9-AFE26F90D3AD}">
      <dgm:prSet/>
      <dgm:spPr/>
      <dgm:t>
        <a:bodyPr/>
        <a:lstStyle/>
        <a:p>
          <a:endParaRPr lang="en-US"/>
        </a:p>
      </dgm:t>
    </dgm:pt>
    <dgm:pt modelId="{3848F793-C4AB-40C9-8324-2C70C9D92F01}">
      <dgm:prSet/>
      <dgm:spPr/>
      <dgm:t>
        <a:bodyPr/>
        <a:lstStyle/>
        <a:p>
          <a:r>
            <a:rPr lang="en-US" b="0" i="0"/>
            <a:t>Lower administrative cost</a:t>
          </a:r>
          <a:endParaRPr lang="en-US"/>
        </a:p>
      </dgm:t>
    </dgm:pt>
    <dgm:pt modelId="{E28E0E40-E4EE-4709-803F-F524D4FF99B8}" type="parTrans" cxnId="{ADE99E88-FBA0-4FB0-873D-B2C0716B827D}">
      <dgm:prSet/>
      <dgm:spPr/>
      <dgm:t>
        <a:bodyPr/>
        <a:lstStyle/>
        <a:p>
          <a:endParaRPr lang="en-US"/>
        </a:p>
      </dgm:t>
    </dgm:pt>
    <dgm:pt modelId="{1DBF0A13-F023-4C87-96F1-A6BE98F4FEE1}" type="sibTrans" cxnId="{ADE99E88-FBA0-4FB0-873D-B2C0716B827D}">
      <dgm:prSet/>
      <dgm:spPr/>
      <dgm:t>
        <a:bodyPr/>
        <a:lstStyle/>
        <a:p>
          <a:endParaRPr lang="en-US"/>
        </a:p>
      </dgm:t>
    </dgm:pt>
    <dgm:pt modelId="{8C2B94AD-0867-40F4-AAE7-CB8032D221DB}" type="pres">
      <dgm:prSet presAssocID="{619DBF2F-48E7-4FB5-ADFA-B0BDC78CD9FF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32C823D-A441-4FD6-AB28-46869CF26603}" type="pres">
      <dgm:prSet presAssocID="{F892F39C-A995-4A0A-BEF6-24FDE6E41059}" presName="root" presStyleCnt="0"/>
      <dgm:spPr/>
    </dgm:pt>
    <dgm:pt modelId="{40468308-0C1B-4761-9005-AC20BCEE1183}" type="pres">
      <dgm:prSet presAssocID="{F892F39C-A995-4A0A-BEF6-24FDE6E41059}" presName="rootComposite" presStyleCnt="0"/>
      <dgm:spPr/>
    </dgm:pt>
    <dgm:pt modelId="{5B4905F7-DE4A-4293-98D7-F8BB3FB63AFC}" type="pres">
      <dgm:prSet presAssocID="{F892F39C-A995-4A0A-BEF6-24FDE6E41059}" presName="rootText" presStyleLbl="node1" presStyleIdx="0" presStyleCnt="3"/>
      <dgm:spPr/>
    </dgm:pt>
    <dgm:pt modelId="{324681E3-324D-4DDA-8F04-D816EBD42514}" type="pres">
      <dgm:prSet presAssocID="{F892F39C-A995-4A0A-BEF6-24FDE6E41059}" presName="rootConnector" presStyleLbl="node1" presStyleIdx="0" presStyleCnt="3"/>
      <dgm:spPr/>
    </dgm:pt>
    <dgm:pt modelId="{394B3BB8-B9F4-44EE-8F4F-7FCD3C4129C3}" type="pres">
      <dgm:prSet presAssocID="{F892F39C-A995-4A0A-BEF6-24FDE6E41059}" presName="childShape" presStyleCnt="0"/>
      <dgm:spPr/>
    </dgm:pt>
    <dgm:pt modelId="{6135735A-8F34-4078-A68D-4103B634ED35}" type="pres">
      <dgm:prSet presAssocID="{075473B1-EA0A-4865-8191-CE0512A363CB}" presName="root" presStyleCnt="0"/>
      <dgm:spPr/>
    </dgm:pt>
    <dgm:pt modelId="{5E65673E-CF4A-400C-9F2D-495FE5CF0863}" type="pres">
      <dgm:prSet presAssocID="{075473B1-EA0A-4865-8191-CE0512A363CB}" presName="rootComposite" presStyleCnt="0"/>
      <dgm:spPr/>
    </dgm:pt>
    <dgm:pt modelId="{F1AF4C8E-C3C7-4410-AEB4-5C744BB02AE3}" type="pres">
      <dgm:prSet presAssocID="{075473B1-EA0A-4865-8191-CE0512A363CB}" presName="rootText" presStyleLbl="node1" presStyleIdx="1" presStyleCnt="3"/>
      <dgm:spPr/>
    </dgm:pt>
    <dgm:pt modelId="{C961E8CD-752A-44F5-8712-3AAD533596F2}" type="pres">
      <dgm:prSet presAssocID="{075473B1-EA0A-4865-8191-CE0512A363CB}" presName="rootConnector" presStyleLbl="node1" presStyleIdx="1" presStyleCnt="3"/>
      <dgm:spPr/>
    </dgm:pt>
    <dgm:pt modelId="{CA2F4731-0225-4028-9BDF-69392AFF3137}" type="pres">
      <dgm:prSet presAssocID="{075473B1-EA0A-4865-8191-CE0512A363CB}" presName="childShape" presStyleCnt="0"/>
      <dgm:spPr/>
    </dgm:pt>
    <dgm:pt modelId="{BEB09844-BCD7-49A3-BF4E-B806FDF1AD4F}" type="pres">
      <dgm:prSet presAssocID="{3848F793-C4AB-40C9-8324-2C70C9D92F01}" presName="root" presStyleCnt="0"/>
      <dgm:spPr/>
    </dgm:pt>
    <dgm:pt modelId="{690CB290-94F9-46F9-ACEA-62A0461F4E24}" type="pres">
      <dgm:prSet presAssocID="{3848F793-C4AB-40C9-8324-2C70C9D92F01}" presName="rootComposite" presStyleCnt="0"/>
      <dgm:spPr/>
    </dgm:pt>
    <dgm:pt modelId="{D7863548-D075-4200-BA78-320F8CC0FD8E}" type="pres">
      <dgm:prSet presAssocID="{3848F793-C4AB-40C9-8324-2C70C9D92F01}" presName="rootText" presStyleLbl="node1" presStyleIdx="2" presStyleCnt="3"/>
      <dgm:spPr/>
    </dgm:pt>
    <dgm:pt modelId="{8CDA5E3E-F7C0-42C4-AC47-BE37A62D584A}" type="pres">
      <dgm:prSet presAssocID="{3848F793-C4AB-40C9-8324-2C70C9D92F01}" presName="rootConnector" presStyleLbl="node1" presStyleIdx="2" presStyleCnt="3"/>
      <dgm:spPr/>
    </dgm:pt>
    <dgm:pt modelId="{EF638CCD-9342-43B1-980E-539EB9C5BF53}" type="pres">
      <dgm:prSet presAssocID="{3848F793-C4AB-40C9-8324-2C70C9D92F01}" presName="childShape" presStyleCnt="0"/>
      <dgm:spPr/>
    </dgm:pt>
  </dgm:ptLst>
  <dgm:cxnLst>
    <dgm:cxn modelId="{6ECF1C23-F9CC-4C14-96F9-AFE26F90D3AD}" srcId="{619DBF2F-48E7-4FB5-ADFA-B0BDC78CD9FF}" destId="{075473B1-EA0A-4865-8191-CE0512A363CB}" srcOrd="1" destOrd="0" parTransId="{8D3D59F0-7F31-44FF-817C-4380FA59304B}" sibTransId="{3AE586BA-5148-4AAD-A741-18E5E2E660A1}"/>
    <dgm:cxn modelId="{298C7B50-89EC-4CE8-BD04-0972F56EB3C2}" type="presOf" srcId="{F892F39C-A995-4A0A-BEF6-24FDE6E41059}" destId="{324681E3-324D-4DDA-8F04-D816EBD42514}" srcOrd="1" destOrd="0" presId="urn:microsoft.com/office/officeart/2005/8/layout/hierarchy3"/>
    <dgm:cxn modelId="{F1354477-AB58-4365-A163-0813A066B4C1}" type="presOf" srcId="{619DBF2F-48E7-4FB5-ADFA-B0BDC78CD9FF}" destId="{8C2B94AD-0867-40F4-AAE7-CB8032D221DB}" srcOrd="0" destOrd="0" presId="urn:microsoft.com/office/officeart/2005/8/layout/hierarchy3"/>
    <dgm:cxn modelId="{E01AA178-FD86-4A35-B853-DDB6F227E310}" type="presOf" srcId="{3848F793-C4AB-40C9-8324-2C70C9D92F01}" destId="{8CDA5E3E-F7C0-42C4-AC47-BE37A62D584A}" srcOrd="1" destOrd="0" presId="urn:microsoft.com/office/officeart/2005/8/layout/hierarchy3"/>
    <dgm:cxn modelId="{D5B9C77D-2804-4A22-A6A2-901E6160CD90}" type="presOf" srcId="{3848F793-C4AB-40C9-8324-2C70C9D92F01}" destId="{D7863548-D075-4200-BA78-320F8CC0FD8E}" srcOrd="0" destOrd="0" presId="urn:microsoft.com/office/officeart/2005/8/layout/hierarchy3"/>
    <dgm:cxn modelId="{D9C25681-7E8E-46D3-8875-E1C1E86D8BC5}" srcId="{619DBF2F-48E7-4FB5-ADFA-B0BDC78CD9FF}" destId="{F892F39C-A995-4A0A-BEF6-24FDE6E41059}" srcOrd="0" destOrd="0" parTransId="{F53E7283-6667-4C33-86C8-7AE6EC51B475}" sibTransId="{9048C6D7-E854-4369-A383-290DEAED7574}"/>
    <dgm:cxn modelId="{ADE99E88-FBA0-4FB0-873D-B2C0716B827D}" srcId="{619DBF2F-48E7-4FB5-ADFA-B0BDC78CD9FF}" destId="{3848F793-C4AB-40C9-8324-2C70C9D92F01}" srcOrd="2" destOrd="0" parTransId="{E28E0E40-E4EE-4709-803F-F524D4FF99B8}" sibTransId="{1DBF0A13-F023-4C87-96F1-A6BE98F4FEE1}"/>
    <dgm:cxn modelId="{0FB1BF99-7992-44A5-AD17-260DA96B4272}" type="presOf" srcId="{F892F39C-A995-4A0A-BEF6-24FDE6E41059}" destId="{5B4905F7-DE4A-4293-98D7-F8BB3FB63AFC}" srcOrd="0" destOrd="0" presId="urn:microsoft.com/office/officeart/2005/8/layout/hierarchy3"/>
    <dgm:cxn modelId="{645653CE-2061-418A-B229-6E70E94919F3}" type="presOf" srcId="{075473B1-EA0A-4865-8191-CE0512A363CB}" destId="{F1AF4C8E-C3C7-4410-AEB4-5C744BB02AE3}" srcOrd="0" destOrd="0" presId="urn:microsoft.com/office/officeart/2005/8/layout/hierarchy3"/>
    <dgm:cxn modelId="{7AA24ED3-1D91-4459-9FF7-EC64DA782453}" type="presOf" srcId="{075473B1-EA0A-4865-8191-CE0512A363CB}" destId="{C961E8CD-752A-44F5-8712-3AAD533596F2}" srcOrd="1" destOrd="0" presId="urn:microsoft.com/office/officeart/2005/8/layout/hierarchy3"/>
    <dgm:cxn modelId="{98909723-A0A6-42EA-B394-A09939667011}" type="presParOf" srcId="{8C2B94AD-0867-40F4-AAE7-CB8032D221DB}" destId="{432C823D-A441-4FD6-AB28-46869CF26603}" srcOrd="0" destOrd="0" presId="urn:microsoft.com/office/officeart/2005/8/layout/hierarchy3"/>
    <dgm:cxn modelId="{FC505DAA-E57C-4A04-9963-4623C03635D9}" type="presParOf" srcId="{432C823D-A441-4FD6-AB28-46869CF26603}" destId="{40468308-0C1B-4761-9005-AC20BCEE1183}" srcOrd="0" destOrd="0" presId="urn:microsoft.com/office/officeart/2005/8/layout/hierarchy3"/>
    <dgm:cxn modelId="{09178FF2-3EAD-4C90-8EAF-F31729D4AE63}" type="presParOf" srcId="{40468308-0C1B-4761-9005-AC20BCEE1183}" destId="{5B4905F7-DE4A-4293-98D7-F8BB3FB63AFC}" srcOrd="0" destOrd="0" presId="urn:microsoft.com/office/officeart/2005/8/layout/hierarchy3"/>
    <dgm:cxn modelId="{6E4F6B5B-C557-4E56-8608-3FE05F96A381}" type="presParOf" srcId="{40468308-0C1B-4761-9005-AC20BCEE1183}" destId="{324681E3-324D-4DDA-8F04-D816EBD42514}" srcOrd="1" destOrd="0" presId="urn:microsoft.com/office/officeart/2005/8/layout/hierarchy3"/>
    <dgm:cxn modelId="{AFB5193B-5875-43C6-98C0-E52631D7F8C6}" type="presParOf" srcId="{432C823D-A441-4FD6-AB28-46869CF26603}" destId="{394B3BB8-B9F4-44EE-8F4F-7FCD3C4129C3}" srcOrd="1" destOrd="0" presId="urn:microsoft.com/office/officeart/2005/8/layout/hierarchy3"/>
    <dgm:cxn modelId="{4896A076-915C-47E9-A8CA-4DE9DBBB3CDE}" type="presParOf" srcId="{8C2B94AD-0867-40F4-AAE7-CB8032D221DB}" destId="{6135735A-8F34-4078-A68D-4103B634ED35}" srcOrd="1" destOrd="0" presId="urn:microsoft.com/office/officeart/2005/8/layout/hierarchy3"/>
    <dgm:cxn modelId="{19C04100-23E5-4394-991D-7129991048A6}" type="presParOf" srcId="{6135735A-8F34-4078-A68D-4103B634ED35}" destId="{5E65673E-CF4A-400C-9F2D-495FE5CF0863}" srcOrd="0" destOrd="0" presId="urn:microsoft.com/office/officeart/2005/8/layout/hierarchy3"/>
    <dgm:cxn modelId="{38FBCD7A-8498-453E-BC3A-D88ADB79CF3E}" type="presParOf" srcId="{5E65673E-CF4A-400C-9F2D-495FE5CF0863}" destId="{F1AF4C8E-C3C7-4410-AEB4-5C744BB02AE3}" srcOrd="0" destOrd="0" presId="urn:microsoft.com/office/officeart/2005/8/layout/hierarchy3"/>
    <dgm:cxn modelId="{14C57D5C-1BC3-4CCA-B54C-626BDA53DFCB}" type="presParOf" srcId="{5E65673E-CF4A-400C-9F2D-495FE5CF0863}" destId="{C961E8CD-752A-44F5-8712-3AAD533596F2}" srcOrd="1" destOrd="0" presId="urn:microsoft.com/office/officeart/2005/8/layout/hierarchy3"/>
    <dgm:cxn modelId="{358153F3-E6FF-4725-B7DF-ABB2F054D58C}" type="presParOf" srcId="{6135735A-8F34-4078-A68D-4103B634ED35}" destId="{CA2F4731-0225-4028-9BDF-69392AFF3137}" srcOrd="1" destOrd="0" presId="urn:microsoft.com/office/officeart/2005/8/layout/hierarchy3"/>
    <dgm:cxn modelId="{D20D8FB5-3170-479F-B173-8DFD01DD0C8A}" type="presParOf" srcId="{8C2B94AD-0867-40F4-AAE7-CB8032D221DB}" destId="{BEB09844-BCD7-49A3-BF4E-B806FDF1AD4F}" srcOrd="2" destOrd="0" presId="urn:microsoft.com/office/officeart/2005/8/layout/hierarchy3"/>
    <dgm:cxn modelId="{E2B8CF37-740E-4773-84FC-6482CF975519}" type="presParOf" srcId="{BEB09844-BCD7-49A3-BF4E-B806FDF1AD4F}" destId="{690CB290-94F9-46F9-ACEA-62A0461F4E24}" srcOrd="0" destOrd="0" presId="urn:microsoft.com/office/officeart/2005/8/layout/hierarchy3"/>
    <dgm:cxn modelId="{4A599899-22E0-434C-A0C8-0D75323D75D9}" type="presParOf" srcId="{690CB290-94F9-46F9-ACEA-62A0461F4E24}" destId="{D7863548-D075-4200-BA78-320F8CC0FD8E}" srcOrd="0" destOrd="0" presId="urn:microsoft.com/office/officeart/2005/8/layout/hierarchy3"/>
    <dgm:cxn modelId="{5056210C-E403-43A5-BC3E-778CB34077B7}" type="presParOf" srcId="{690CB290-94F9-46F9-ACEA-62A0461F4E24}" destId="{8CDA5E3E-F7C0-42C4-AC47-BE37A62D584A}" srcOrd="1" destOrd="0" presId="urn:microsoft.com/office/officeart/2005/8/layout/hierarchy3"/>
    <dgm:cxn modelId="{89EBFD3E-E6EA-4388-B202-952C6F35E630}" type="presParOf" srcId="{BEB09844-BCD7-49A3-BF4E-B806FDF1AD4F}" destId="{EF638CCD-9342-43B1-980E-539EB9C5BF53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916C4FD-3B47-4990-AE9C-2A1ABF3D86EB}" type="doc">
      <dgm:prSet loTypeId="urn:microsoft.com/office/officeart/2005/8/layout/process5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B4F62EA-E210-4313-B0FD-2A12B474990D}">
      <dgm:prSet/>
      <dgm:spPr/>
      <dgm:t>
        <a:bodyPr/>
        <a:lstStyle/>
        <a:p>
          <a:r>
            <a:rPr lang="en-US" b="0" i="0"/>
            <a:t>No queue waiting</a:t>
          </a:r>
          <a:endParaRPr lang="en-US"/>
        </a:p>
      </dgm:t>
    </dgm:pt>
    <dgm:pt modelId="{134B5341-6ACD-4F83-89FA-A9E86B34C0CD}" type="parTrans" cxnId="{28041628-03DC-4C88-8F22-AC691A482FD4}">
      <dgm:prSet/>
      <dgm:spPr/>
      <dgm:t>
        <a:bodyPr/>
        <a:lstStyle/>
        <a:p>
          <a:endParaRPr lang="en-US"/>
        </a:p>
      </dgm:t>
    </dgm:pt>
    <dgm:pt modelId="{9359B25A-D9FA-4D72-B7F6-5ACEE589EDFA}" type="sibTrans" cxnId="{28041628-03DC-4C88-8F22-AC691A482FD4}">
      <dgm:prSet/>
      <dgm:spPr/>
      <dgm:t>
        <a:bodyPr/>
        <a:lstStyle/>
        <a:p>
          <a:endParaRPr lang="en-US"/>
        </a:p>
      </dgm:t>
    </dgm:pt>
    <dgm:pt modelId="{AA62D130-872F-4607-A030-CC22B451AD26}">
      <dgm:prSet/>
      <dgm:spPr/>
      <dgm:t>
        <a:bodyPr/>
        <a:lstStyle/>
        <a:p>
          <a:r>
            <a:rPr lang="en-US" b="0" i="0"/>
            <a:t>Order from desk</a:t>
          </a:r>
          <a:endParaRPr lang="en-US"/>
        </a:p>
      </dgm:t>
    </dgm:pt>
    <dgm:pt modelId="{614DC3A1-5819-4668-9D12-CF8D314DC0F0}" type="parTrans" cxnId="{E8B5DB75-7404-4466-A326-4DFF8F28678E}">
      <dgm:prSet/>
      <dgm:spPr/>
      <dgm:t>
        <a:bodyPr/>
        <a:lstStyle/>
        <a:p>
          <a:endParaRPr lang="en-US"/>
        </a:p>
      </dgm:t>
    </dgm:pt>
    <dgm:pt modelId="{F890E844-1627-4940-9B41-888365A032A5}" type="sibTrans" cxnId="{E8B5DB75-7404-4466-A326-4DFF8F28678E}">
      <dgm:prSet/>
      <dgm:spPr/>
      <dgm:t>
        <a:bodyPr/>
        <a:lstStyle/>
        <a:p>
          <a:endParaRPr lang="en-US"/>
        </a:p>
      </dgm:t>
    </dgm:pt>
    <dgm:pt modelId="{6EC33266-459B-4D87-A6C4-6C73E61C43CE}">
      <dgm:prSet/>
      <dgm:spPr/>
      <dgm:t>
        <a:bodyPr/>
        <a:lstStyle/>
        <a:p>
          <a:r>
            <a:rPr lang="en-US" b="0" i="0"/>
            <a:t>Faster pickup</a:t>
          </a:r>
          <a:endParaRPr lang="en-US"/>
        </a:p>
      </dgm:t>
    </dgm:pt>
    <dgm:pt modelId="{0019F8FF-FFD7-4D62-8414-6170FD8C1B6E}" type="parTrans" cxnId="{A1B082DE-FA41-4593-A712-DBEC5A71B61E}">
      <dgm:prSet/>
      <dgm:spPr/>
      <dgm:t>
        <a:bodyPr/>
        <a:lstStyle/>
        <a:p>
          <a:endParaRPr lang="en-US"/>
        </a:p>
      </dgm:t>
    </dgm:pt>
    <dgm:pt modelId="{BCE230BE-1536-4549-AD0E-4EE3EE7AB3EC}" type="sibTrans" cxnId="{A1B082DE-FA41-4593-A712-DBEC5A71B61E}">
      <dgm:prSet/>
      <dgm:spPr/>
      <dgm:t>
        <a:bodyPr/>
        <a:lstStyle/>
        <a:p>
          <a:endParaRPr lang="en-US"/>
        </a:p>
      </dgm:t>
    </dgm:pt>
    <dgm:pt modelId="{EF7393C7-598F-4B76-B6E7-0914957C08D8}">
      <dgm:prSet/>
      <dgm:spPr/>
      <dgm:t>
        <a:bodyPr/>
        <a:lstStyle/>
        <a:p>
          <a:r>
            <a:rPr lang="en-US" b="0" i="0"/>
            <a:t>Menu visibility</a:t>
          </a:r>
          <a:endParaRPr lang="en-US"/>
        </a:p>
      </dgm:t>
    </dgm:pt>
    <dgm:pt modelId="{3C9C11D4-D36B-47FD-8601-B539B49160D8}" type="parTrans" cxnId="{B83BD0FF-3331-4C0D-A652-F52F6FDF914D}">
      <dgm:prSet/>
      <dgm:spPr/>
      <dgm:t>
        <a:bodyPr/>
        <a:lstStyle/>
        <a:p>
          <a:endParaRPr lang="en-US"/>
        </a:p>
      </dgm:t>
    </dgm:pt>
    <dgm:pt modelId="{875AF039-4E68-4B01-B98A-6D988CBB2651}" type="sibTrans" cxnId="{B83BD0FF-3331-4C0D-A652-F52F6FDF914D}">
      <dgm:prSet/>
      <dgm:spPr/>
      <dgm:t>
        <a:bodyPr/>
        <a:lstStyle/>
        <a:p>
          <a:endParaRPr lang="en-US"/>
        </a:p>
      </dgm:t>
    </dgm:pt>
    <dgm:pt modelId="{B4A6BBDC-9ACC-401A-9CF9-C278AE7D43B0}" type="pres">
      <dgm:prSet presAssocID="{2916C4FD-3B47-4990-AE9C-2A1ABF3D86EB}" presName="diagram" presStyleCnt="0">
        <dgm:presLayoutVars>
          <dgm:dir/>
          <dgm:resizeHandles val="exact"/>
        </dgm:presLayoutVars>
      </dgm:prSet>
      <dgm:spPr/>
    </dgm:pt>
    <dgm:pt modelId="{C097FD33-E16D-4E83-9CFF-4960CB0FE44F}" type="pres">
      <dgm:prSet presAssocID="{0B4F62EA-E210-4313-B0FD-2A12B474990D}" presName="node" presStyleLbl="node1" presStyleIdx="0" presStyleCnt="4">
        <dgm:presLayoutVars>
          <dgm:bulletEnabled val="1"/>
        </dgm:presLayoutVars>
      </dgm:prSet>
      <dgm:spPr/>
    </dgm:pt>
    <dgm:pt modelId="{B245F30D-2691-4D28-9F2B-D5803F06D1EC}" type="pres">
      <dgm:prSet presAssocID="{9359B25A-D9FA-4D72-B7F6-5ACEE589EDFA}" presName="sibTrans" presStyleLbl="sibTrans2D1" presStyleIdx="0" presStyleCnt="3"/>
      <dgm:spPr/>
    </dgm:pt>
    <dgm:pt modelId="{1B5DFEE2-A525-47C8-9DB7-E9E8FDACCC2E}" type="pres">
      <dgm:prSet presAssocID="{9359B25A-D9FA-4D72-B7F6-5ACEE589EDFA}" presName="connectorText" presStyleLbl="sibTrans2D1" presStyleIdx="0" presStyleCnt="3"/>
      <dgm:spPr/>
    </dgm:pt>
    <dgm:pt modelId="{C8E91FDE-B098-4FD1-8F40-83E88E5C8ACE}" type="pres">
      <dgm:prSet presAssocID="{AA62D130-872F-4607-A030-CC22B451AD26}" presName="node" presStyleLbl="node1" presStyleIdx="1" presStyleCnt="4">
        <dgm:presLayoutVars>
          <dgm:bulletEnabled val="1"/>
        </dgm:presLayoutVars>
      </dgm:prSet>
      <dgm:spPr/>
    </dgm:pt>
    <dgm:pt modelId="{BC8E1E23-6842-4719-A0D4-FE2B36728B3F}" type="pres">
      <dgm:prSet presAssocID="{F890E844-1627-4940-9B41-888365A032A5}" presName="sibTrans" presStyleLbl="sibTrans2D1" presStyleIdx="1" presStyleCnt="3"/>
      <dgm:spPr/>
    </dgm:pt>
    <dgm:pt modelId="{9CB0A08B-CE77-41B6-A360-6C19307D04EF}" type="pres">
      <dgm:prSet presAssocID="{F890E844-1627-4940-9B41-888365A032A5}" presName="connectorText" presStyleLbl="sibTrans2D1" presStyleIdx="1" presStyleCnt="3"/>
      <dgm:spPr/>
    </dgm:pt>
    <dgm:pt modelId="{753EE618-57F6-45CC-9B4D-3704BBCB02D6}" type="pres">
      <dgm:prSet presAssocID="{6EC33266-459B-4D87-A6C4-6C73E61C43CE}" presName="node" presStyleLbl="node1" presStyleIdx="2" presStyleCnt="4">
        <dgm:presLayoutVars>
          <dgm:bulletEnabled val="1"/>
        </dgm:presLayoutVars>
      </dgm:prSet>
      <dgm:spPr/>
    </dgm:pt>
    <dgm:pt modelId="{B61A44CC-17F4-484C-97AD-916CEA999344}" type="pres">
      <dgm:prSet presAssocID="{BCE230BE-1536-4549-AD0E-4EE3EE7AB3EC}" presName="sibTrans" presStyleLbl="sibTrans2D1" presStyleIdx="2" presStyleCnt="3"/>
      <dgm:spPr/>
    </dgm:pt>
    <dgm:pt modelId="{016EF008-0621-45A8-A19B-26E9C20411CF}" type="pres">
      <dgm:prSet presAssocID="{BCE230BE-1536-4549-AD0E-4EE3EE7AB3EC}" presName="connectorText" presStyleLbl="sibTrans2D1" presStyleIdx="2" presStyleCnt="3"/>
      <dgm:spPr/>
    </dgm:pt>
    <dgm:pt modelId="{4AE3CCBF-12A5-4DCB-A630-8900D66F7B17}" type="pres">
      <dgm:prSet presAssocID="{EF7393C7-598F-4B76-B6E7-0914957C08D8}" presName="node" presStyleLbl="node1" presStyleIdx="3" presStyleCnt="4">
        <dgm:presLayoutVars>
          <dgm:bulletEnabled val="1"/>
        </dgm:presLayoutVars>
      </dgm:prSet>
      <dgm:spPr/>
    </dgm:pt>
  </dgm:ptLst>
  <dgm:cxnLst>
    <dgm:cxn modelId="{6AD25C08-3561-44CA-A624-D0183113C59D}" type="presOf" srcId="{0B4F62EA-E210-4313-B0FD-2A12B474990D}" destId="{C097FD33-E16D-4E83-9CFF-4960CB0FE44F}" srcOrd="0" destOrd="0" presId="urn:microsoft.com/office/officeart/2005/8/layout/process5"/>
    <dgm:cxn modelId="{391A950B-FF12-4871-8BC5-BF788AA8A5BA}" type="presOf" srcId="{AA62D130-872F-4607-A030-CC22B451AD26}" destId="{C8E91FDE-B098-4FD1-8F40-83E88E5C8ACE}" srcOrd="0" destOrd="0" presId="urn:microsoft.com/office/officeart/2005/8/layout/process5"/>
    <dgm:cxn modelId="{1119561E-5636-4245-8110-E3E14F61E369}" type="presOf" srcId="{F890E844-1627-4940-9B41-888365A032A5}" destId="{9CB0A08B-CE77-41B6-A360-6C19307D04EF}" srcOrd="1" destOrd="0" presId="urn:microsoft.com/office/officeart/2005/8/layout/process5"/>
    <dgm:cxn modelId="{28041628-03DC-4C88-8F22-AC691A482FD4}" srcId="{2916C4FD-3B47-4990-AE9C-2A1ABF3D86EB}" destId="{0B4F62EA-E210-4313-B0FD-2A12B474990D}" srcOrd="0" destOrd="0" parTransId="{134B5341-6ACD-4F83-89FA-A9E86B34C0CD}" sibTransId="{9359B25A-D9FA-4D72-B7F6-5ACEE589EDFA}"/>
    <dgm:cxn modelId="{907F0736-402E-4BC1-B960-BC594963F29A}" type="presOf" srcId="{2916C4FD-3B47-4990-AE9C-2A1ABF3D86EB}" destId="{B4A6BBDC-9ACC-401A-9CF9-C278AE7D43B0}" srcOrd="0" destOrd="0" presId="urn:microsoft.com/office/officeart/2005/8/layout/process5"/>
    <dgm:cxn modelId="{93549345-85FD-49F1-A5C4-CCDA873124B1}" type="presOf" srcId="{BCE230BE-1536-4549-AD0E-4EE3EE7AB3EC}" destId="{B61A44CC-17F4-484C-97AD-916CEA999344}" srcOrd="0" destOrd="0" presId="urn:microsoft.com/office/officeart/2005/8/layout/process5"/>
    <dgm:cxn modelId="{E8B5DB75-7404-4466-A326-4DFF8F28678E}" srcId="{2916C4FD-3B47-4990-AE9C-2A1ABF3D86EB}" destId="{AA62D130-872F-4607-A030-CC22B451AD26}" srcOrd="1" destOrd="0" parTransId="{614DC3A1-5819-4668-9D12-CF8D314DC0F0}" sibTransId="{F890E844-1627-4940-9B41-888365A032A5}"/>
    <dgm:cxn modelId="{6A351588-5669-4AA2-B065-53B0F48AFB9F}" type="presOf" srcId="{F890E844-1627-4940-9B41-888365A032A5}" destId="{BC8E1E23-6842-4719-A0D4-FE2B36728B3F}" srcOrd="0" destOrd="0" presId="urn:microsoft.com/office/officeart/2005/8/layout/process5"/>
    <dgm:cxn modelId="{11F8AE93-CDD9-4E64-B4FE-C7DF207D00C6}" type="presOf" srcId="{EF7393C7-598F-4B76-B6E7-0914957C08D8}" destId="{4AE3CCBF-12A5-4DCB-A630-8900D66F7B17}" srcOrd="0" destOrd="0" presId="urn:microsoft.com/office/officeart/2005/8/layout/process5"/>
    <dgm:cxn modelId="{185128A8-FFF5-4B6D-BBC4-A36C61A3BFCD}" type="presOf" srcId="{6EC33266-459B-4D87-A6C4-6C73E61C43CE}" destId="{753EE618-57F6-45CC-9B4D-3704BBCB02D6}" srcOrd="0" destOrd="0" presId="urn:microsoft.com/office/officeart/2005/8/layout/process5"/>
    <dgm:cxn modelId="{C6B6B0AA-EA9A-4144-B5F7-93BE3873C149}" type="presOf" srcId="{9359B25A-D9FA-4D72-B7F6-5ACEE589EDFA}" destId="{1B5DFEE2-A525-47C8-9DB7-E9E8FDACCC2E}" srcOrd="1" destOrd="0" presId="urn:microsoft.com/office/officeart/2005/8/layout/process5"/>
    <dgm:cxn modelId="{A1B082DE-FA41-4593-A712-DBEC5A71B61E}" srcId="{2916C4FD-3B47-4990-AE9C-2A1ABF3D86EB}" destId="{6EC33266-459B-4D87-A6C4-6C73E61C43CE}" srcOrd="2" destOrd="0" parTransId="{0019F8FF-FFD7-4D62-8414-6170FD8C1B6E}" sibTransId="{BCE230BE-1536-4549-AD0E-4EE3EE7AB3EC}"/>
    <dgm:cxn modelId="{81CDB2E2-A1AE-4C09-A2F9-EE94197D2FD6}" type="presOf" srcId="{BCE230BE-1536-4549-AD0E-4EE3EE7AB3EC}" destId="{016EF008-0621-45A8-A19B-26E9C20411CF}" srcOrd="1" destOrd="0" presId="urn:microsoft.com/office/officeart/2005/8/layout/process5"/>
    <dgm:cxn modelId="{D89CB4F9-481F-480C-8F0B-0321022F0AC1}" type="presOf" srcId="{9359B25A-D9FA-4D72-B7F6-5ACEE589EDFA}" destId="{B245F30D-2691-4D28-9F2B-D5803F06D1EC}" srcOrd="0" destOrd="0" presId="urn:microsoft.com/office/officeart/2005/8/layout/process5"/>
    <dgm:cxn modelId="{B83BD0FF-3331-4C0D-A652-F52F6FDF914D}" srcId="{2916C4FD-3B47-4990-AE9C-2A1ABF3D86EB}" destId="{EF7393C7-598F-4B76-B6E7-0914957C08D8}" srcOrd="3" destOrd="0" parTransId="{3C9C11D4-D36B-47FD-8601-B539B49160D8}" sibTransId="{875AF039-4E68-4B01-B98A-6D988CBB2651}"/>
    <dgm:cxn modelId="{BFDA1DED-15E6-49A3-9CD7-F3F1BCDB09EA}" type="presParOf" srcId="{B4A6BBDC-9ACC-401A-9CF9-C278AE7D43B0}" destId="{C097FD33-E16D-4E83-9CFF-4960CB0FE44F}" srcOrd="0" destOrd="0" presId="urn:microsoft.com/office/officeart/2005/8/layout/process5"/>
    <dgm:cxn modelId="{83A56CF3-744A-4636-A3AF-86C76F401314}" type="presParOf" srcId="{B4A6BBDC-9ACC-401A-9CF9-C278AE7D43B0}" destId="{B245F30D-2691-4D28-9F2B-D5803F06D1EC}" srcOrd="1" destOrd="0" presId="urn:microsoft.com/office/officeart/2005/8/layout/process5"/>
    <dgm:cxn modelId="{40741386-8A5B-4AFB-9307-B24599888A37}" type="presParOf" srcId="{B245F30D-2691-4D28-9F2B-D5803F06D1EC}" destId="{1B5DFEE2-A525-47C8-9DB7-E9E8FDACCC2E}" srcOrd="0" destOrd="0" presId="urn:microsoft.com/office/officeart/2005/8/layout/process5"/>
    <dgm:cxn modelId="{CEF59B34-FEDF-4F0F-B946-C8007D51C343}" type="presParOf" srcId="{B4A6BBDC-9ACC-401A-9CF9-C278AE7D43B0}" destId="{C8E91FDE-B098-4FD1-8F40-83E88E5C8ACE}" srcOrd="2" destOrd="0" presId="urn:microsoft.com/office/officeart/2005/8/layout/process5"/>
    <dgm:cxn modelId="{D3CEDA55-0FFF-4D42-A96D-986F01C163EA}" type="presParOf" srcId="{B4A6BBDC-9ACC-401A-9CF9-C278AE7D43B0}" destId="{BC8E1E23-6842-4719-A0D4-FE2B36728B3F}" srcOrd="3" destOrd="0" presId="urn:microsoft.com/office/officeart/2005/8/layout/process5"/>
    <dgm:cxn modelId="{07BAB400-A2C8-4835-A317-D37B2DD98D8A}" type="presParOf" srcId="{BC8E1E23-6842-4719-A0D4-FE2B36728B3F}" destId="{9CB0A08B-CE77-41B6-A360-6C19307D04EF}" srcOrd="0" destOrd="0" presId="urn:microsoft.com/office/officeart/2005/8/layout/process5"/>
    <dgm:cxn modelId="{58E4F004-18EE-4B22-B6B5-6A9385245685}" type="presParOf" srcId="{B4A6BBDC-9ACC-401A-9CF9-C278AE7D43B0}" destId="{753EE618-57F6-45CC-9B4D-3704BBCB02D6}" srcOrd="4" destOrd="0" presId="urn:microsoft.com/office/officeart/2005/8/layout/process5"/>
    <dgm:cxn modelId="{B35726DE-CE34-4F8A-AC4C-C0B4B7590D40}" type="presParOf" srcId="{B4A6BBDC-9ACC-401A-9CF9-C278AE7D43B0}" destId="{B61A44CC-17F4-484C-97AD-916CEA999344}" srcOrd="5" destOrd="0" presId="urn:microsoft.com/office/officeart/2005/8/layout/process5"/>
    <dgm:cxn modelId="{3C91F02E-D30A-432D-A35A-5116DF7F5C2F}" type="presParOf" srcId="{B61A44CC-17F4-484C-97AD-916CEA999344}" destId="{016EF008-0621-45A8-A19B-26E9C20411CF}" srcOrd="0" destOrd="0" presId="urn:microsoft.com/office/officeart/2005/8/layout/process5"/>
    <dgm:cxn modelId="{239641CB-055D-4924-806B-8093A614F8B2}" type="presParOf" srcId="{B4A6BBDC-9ACC-401A-9CF9-C278AE7D43B0}" destId="{4AE3CCBF-12A5-4DCB-A630-8900D66F7B17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E306CDE-57C7-4BE3-A17D-3EB45754932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B8BF25D7-DB4A-40C2-B79E-C83E77B900D3}">
      <dgm:prSet/>
      <dgm:spPr/>
      <dgm:t>
        <a:bodyPr/>
        <a:lstStyle/>
        <a:p>
          <a:r>
            <a:rPr lang="en-US" b="0" i="0"/>
            <a:t>Better demand planning</a:t>
          </a:r>
          <a:endParaRPr lang="en-US"/>
        </a:p>
      </dgm:t>
    </dgm:pt>
    <dgm:pt modelId="{9DE9B477-438B-446F-81F2-C39A3C9F4F69}" type="parTrans" cxnId="{F3B5BE81-E309-4FBA-BE50-54CD6A8AB639}">
      <dgm:prSet/>
      <dgm:spPr/>
      <dgm:t>
        <a:bodyPr/>
        <a:lstStyle/>
        <a:p>
          <a:endParaRPr lang="en-US"/>
        </a:p>
      </dgm:t>
    </dgm:pt>
    <dgm:pt modelId="{C1641390-31D9-4D0D-B99C-06F74CD2C20C}" type="sibTrans" cxnId="{F3B5BE81-E309-4FBA-BE50-54CD6A8AB639}">
      <dgm:prSet/>
      <dgm:spPr/>
      <dgm:t>
        <a:bodyPr/>
        <a:lstStyle/>
        <a:p>
          <a:endParaRPr lang="en-US"/>
        </a:p>
      </dgm:t>
    </dgm:pt>
    <dgm:pt modelId="{4C669E56-B1C1-4793-A1DA-8C11E8345003}">
      <dgm:prSet/>
      <dgm:spPr/>
      <dgm:t>
        <a:bodyPr/>
        <a:lstStyle/>
        <a:p>
          <a:r>
            <a:rPr lang="en-US" b="0" i="0"/>
            <a:t>Reduced food wastage</a:t>
          </a:r>
          <a:endParaRPr lang="en-US"/>
        </a:p>
      </dgm:t>
    </dgm:pt>
    <dgm:pt modelId="{FDB73ABD-138A-4F9D-B108-8441F2E53B02}" type="parTrans" cxnId="{6373B5E9-CB2E-42F8-B895-482209F88DB7}">
      <dgm:prSet/>
      <dgm:spPr/>
      <dgm:t>
        <a:bodyPr/>
        <a:lstStyle/>
        <a:p>
          <a:endParaRPr lang="en-US"/>
        </a:p>
      </dgm:t>
    </dgm:pt>
    <dgm:pt modelId="{0672F0E5-73DD-4EF4-8E32-4ECA6F2D0800}" type="sibTrans" cxnId="{6373B5E9-CB2E-42F8-B895-482209F88DB7}">
      <dgm:prSet/>
      <dgm:spPr/>
      <dgm:t>
        <a:bodyPr/>
        <a:lstStyle/>
        <a:p>
          <a:endParaRPr lang="en-US"/>
        </a:p>
      </dgm:t>
    </dgm:pt>
    <dgm:pt modelId="{01ED20C1-E16B-4DB7-BBFD-95DC8133310D}">
      <dgm:prSet/>
      <dgm:spPr/>
      <dgm:t>
        <a:bodyPr/>
        <a:lstStyle/>
        <a:p>
          <a:r>
            <a:rPr lang="en-US" b="0" i="0"/>
            <a:t>Organized order handling</a:t>
          </a:r>
          <a:endParaRPr lang="en-US"/>
        </a:p>
      </dgm:t>
    </dgm:pt>
    <dgm:pt modelId="{E089A69B-9A55-46F0-8282-5E4F158D825F}" type="parTrans" cxnId="{8001189D-7EF0-4E63-8E5C-8DDA44441477}">
      <dgm:prSet/>
      <dgm:spPr/>
      <dgm:t>
        <a:bodyPr/>
        <a:lstStyle/>
        <a:p>
          <a:endParaRPr lang="en-US"/>
        </a:p>
      </dgm:t>
    </dgm:pt>
    <dgm:pt modelId="{A203F68F-157C-4498-A000-6FC6CB455F79}" type="sibTrans" cxnId="{8001189D-7EF0-4E63-8E5C-8DDA44441477}">
      <dgm:prSet/>
      <dgm:spPr/>
      <dgm:t>
        <a:bodyPr/>
        <a:lstStyle/>
        <a:p>
          <a:endParaRPr lang="en-US"/>
        </a:p>
      </dgm:t>
    </dgm:pt>
    <dgm:pt modelId="{ECAA74AF-115D-41D4-8C78-BC50A3448C52}">
      <dgm:prSet/>
      <dgm:spPr/>
      <dgm:t>
        <a:bodyPr/>
        <a:lstStyle/>
        <a:p>
          <a:r>
            <a:rPr lang="en-US" b="0" i="0"/>
            <a:t>Digital billing</a:t>
          </a:r>
          <a:endParaRPr lang="en-US"/>
        </a:p>
      </dgm:t>
    </dgm:pt>
    <dgm:pt modelId="{14C4979D-9ED0-4E2C-9A94-2C71E632DC12}" type="parTrans" cxnId="{644780A2-F9B8-4EFD-A1A4-CE9BD8F388FE}">
      <dgm:prSet/>
      <dgm:spPr/>
      <dgm:t>
        <a:bodyPr/>
        <a:lstStyle/>
        <a:p>
          <a:endParaRPr lang="en-US"/>
        </a:p>
      </dgm:t>
    </dgm:pt>
    <dgm:pt modelId="{816BEF7C-D268-4989-A464-68BEB5BAE4FF}" type="sibTrans" cxnId="{644780A2-F9B8-4EFD-A1A4-CE9BD8F388FE}">
      <dgm:prSet/>
      <dgm:spPr/>
      <dgm:t>
        <a:bodyPr/>
        <a:lstStyle/>
        <a:p>
          <a:endParaRPr lang="en-US"/>
        </a:p>
      </dgm:t>
    </dgm:pt>
    <dgm:pt modelId="{07DBB6E8-7EFF-4707-B814-3C5A91104830}" type="pres">
      <dgm:prSet presAssocID="{6E306CDE-57C7-4BE3-A17D-3EB457549329}" presName="root" presStyleCnt="0">
        <dgm:presLayoutVars>
          <dgm:dir/>
          <dgm:resizeHandles val="exact"/>
        </dgm:presLayoutVars>
      </dgm:prSet>
      <dgm:spPr/>
    </dgm:pt>
    <dgm:pt modelId="{368DF160-755A-4BDB-BFC1-32BE89C4B8CF}" type="pres">
      <dgm:prSet presAssocID="{6E306CDE-57C7-4BE3-A17D-3EB457549329}" presName="container" presStyleCnt="0">
        <dgm:presLayoutVars>
          <dgm:dir/>
          <dgm:resizeHandles val="exact"/>
        </dgm:presLayoutVars>
      </dgm:prSet>
      <dgm:spPr/>
    </dgm:pt>
    <dgm:pt modelId="{C7E5110F-186D-4CFE-BF38-E1BE0CC68CAD}" type="pres">
      <dgm:prSet presAssocID="{B8BF25D7-DB4A-40C2-B79E-C83E77B900D3}" presName="compNode" presStyleCnt="0"/>
      <dgm:spPr/>
    </dgm:pt>
    <dgm:pt modelId="{3EDC1B47-769F-45CB-A3A6-A89365FA121E}" type="pres">
      <dgm:prSet presAssocID="{B8BF25D7-DB4A-40C2-B79E-C83E77B900D3}" presName="iconBgRect" presStyleLbl="bgShp" presStyleIdx="0" presStyleCnt="4"/>
      <dgm:spPr/>
    </dgm:pt>
    <dgm:pt modelId="{DB1B58DB-722F-44A2-8E1A-EFE3346B7AFD}" type="pres">
      <dgm:prSet presAssocID="{B8BF25D7-DB4A-40C2-B79E-C83E77B900D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28270F3-BB23-40A1-8D2A-2472877A7D85}" type="pres">
      <dgm:prSet presAssocID="{B8BF25D7-DB4A-40C2-B79E-C83E77B900D3}" presName="spaceRect" presStyleCnt="0"/>
      <dgm:spPr/>
    </dgm:pt>
    <dgm:pt modelId="{1D559A3E-A4DC-4236-BA8E-4A69C5346A47}" type="pres">
      <dgm:prSet presAssocID="{B8BF25D7-DB4A-40C2-B79E-C83E77B900D3}" presName="textRect" presStyleLbl="revTx" presStyleIdx="0" presStyleCnt="4">
        <dgm:presLayoutVars>
          <dgm:chMax val="1"/>
          <dgm:chPref val="1"/>
        </dgm:presLayoutVars>
      </dgm:prSet>
      <dgm:spPr/>
    </dgm:pt>
    <dgm:pt modelId="{87FFB8C5-D043-44D6-AEB8-5D6A3DD283F1}" type="pres">
      <dgm:prSet presAssocID="{C1641390-31D9-4D0D-B99C-06F74CD2C20C}" presName="sibTrans" presStyleLbl="sibTrans2D1" presStyleIdx="0" presStyleCnt="0"/>
      <dgm:spPr/>
    </dgm:pt>
    <dgm:pt modelId="{BE80BF1F-5F58-4F16-B4AF-ABEE46FE4806}" type="pres">
      <dgm:prSet presAssocID="{4C669E56-B1C1-4793-A1DA-8C11E8345003}" presName="compNode" presStyleCnt="0"/>
      <dgm:spPr/>
    </dgm:pt>
    <dgm:pt modelId="{B0497A70-8876-41DC-B117-7AE791D0BFBB}" type="pres">
      <dgm:prSet presAssocID="{4C669E56-B1C1-4793-A1DA-8C11E8345003}" presName="iconBgRect" presStyleLbl="bgShp" presStyleIdx="1" presStyleCnt="4"/>
      <dgm:spPr/>
    </dgm:pt>
    <dgm:pt modelId="{7B52EE0E-6D82-4DA8-90B7-CD7397CC0CC5}" type="pres">
      <dgm:prSet presAssocID="{4C669E56-B1C1-4793-A1DA-8C11E834500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28622FF5-AD86-464D-A636-FCD62B2684F0}" type="pres">
      <dgm:prSet presAssocID="{4C669E56-B1C1-4793-A1DA-8C11E8345003}" presName="spaceRect" presStyleCnt="0"/>
      <dgm:spPr/>
    </dgm:pt>
    <dgm:pt modelId="{A1EFD0E6-80EB-4862-A653-5C7F97439F0E}" type="pres">
      <dgm:prSet presAssocID="{4C669E56-B1C1-4793-A1DA-8C11E8345003}" presName="textRect" presStyleLbl="revTx" presStyleIdx="1" presStyleCnt="4">
        <dgm:presLayoutVars>
          <dgm:chMax val="1"/>
          <dgm:chPref val="1"/>
        </dgm:presLayoutVars>
      </dgm:prSet>
      <dgm:spPr/>
    </dgm:pt>
    <dgm:pt modelId="{B9304625-1A76-43EB-BBAB-324E3F55B3FD}" type="pres">
      <dgm:prSet presAssocID="{0672F0E5-73DD-4EF4-8E32-4ECA6F2D0800}" presName="sibTrans" presStyleLbl="sibTrans2D1" presStyleIdx="0" presStyleCnt="0"/>
      <dgm:spPr/>
    </dgm:pt>
    <dgm:pt modelId="{36E1CAED-D631-44FF-92F3-BBAB34BC2A38}" type="pres">
      <dgm:prSet presAssocID="{01ED20C1-E16B-4DB7-BBFD-95DC8133310D}" presName="compNode" presStyleCnt="0"/>
      <dgm:spPr/>
    </dgm:pt>
    <dgm:pt modelId="{3F036052-C5BC-4588-809C-665D697ED0D0}" type="pres">
      <dgm:prSet presAssocID="{01ED20C1-E16B-4DB7-BBFD-95DC8133310D}" presName="iconBgRect" presStyleLbl="bgShp" presStyleIdx="2" presStyleCnt="4"/>
      <dgm:spPr/>
    </dgm:pt>
    <dgm:pt modelId="{ACC107ED-17CF-44BC-BEBE-ADEAE52BCC0C}" type="pres">
      <dgm:prSet presAssocID="{01ED20C1-E16B-4DB7-BBFD-95DC8133310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A071CF01-6582-4B61-9C82-A0D12D8D0B87}" type="pres">
      <dgm:prSet presAssocID="{01ED20C1-E16B-4DB7-BBFD-95DC8133310D}" presName="spaceRect" presStyleCnt="0"/>
      <dgm:spPr/>
    </dgm:pt>
    <dgm:pt modelId="{4C81EF30-FB0D-4568-9BCC-5CD1E4D51663}" type="pres">
      <dgm:prSet presAssocID="{01ED20C1-E16B-4DB7-BBFD-95DC8133310D}" presName="textRect" presStyleLbl="revTx" presStyleIdx="2" presStyleCnt="4">
        <dgm:presLayoutVars>
          <dgm:chMax val="1"/>
          <dgm:chPref val="1"/>
        </dgm:presLayoutVars>
      </dgm:prSet>
      <dgm:spPr/>
    </dgm:pt>
    <dgm:pt modelId="{A5168762-342F-4C08-A122-F4E16AA4DB68}" type="pres">
      <dgm:prSet presAssocID="{A203F68F-157C-4498-A000-6FC6CB455F79}" presName="sibTrans" presStyleLbl="sibTrans2D1" presStyleIdx="0" presStyleCnt="0"/>
      <dgm:spPr/>
    </dgm:pt>
    <dgm:pt modelId="{1278781E-D4D9-483F-9D0E-308C880A852B}" type="pres">
      <dgm:prSet presAssocID="{ECAA74AF-115D-41D4-8C78-BC50A3448C52}" presName="compNode" presStyleCnt="0"/>
      <dgm:spPr/>
    </dgm:pt>
    <dgm:pt modelId="{C83E1D44-47F9-44C8-94DB-96D5F2B4037B}" type="pres">
      <dgm:prSet presAssocID="{ECAA74AF-115D-41D4-8C78-BC50A3448C52}" presName="iconBgRect" presStyleLbl="bgShp" presStyleIdx="3" presStyleCnt="4"/>
      <dgm:spPr/>
    </dgm:pt>
    <dgm:pt modelId="{900BF558-8571-4FC7-AADE-6801443A4C35}" type="pres">
      <dgm:prSet presAssocID="{ECAA74AF-115D-41D4-8C78-BC50A3448C5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75AC884E-BA40-4436-9AC4-E4F00CC5C467}" type="pres">
      <dgm:prSet presAssocID="{ECAA74AF-115D-41D4-8C78-BC50A3448C52}" presName="spaceRect" presStyleCnt="0"/>
      <dgm:spPr/>
    </dgm:pt>
    <dgm:pt modelId="{828640EE-255B-4150-9C41-C0A7F0ECF877}" type="pres">
      <dgm:prSet presAssocID="{ECAA74AF-115D-41D4-8C78-BC50A3448C5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415ED11-AEC7-46E7-9FC1-28175074C577}" type="presOf" srcId="{B8BF25D7-DB4A-40C2-B79E-C83E77B900D3}" destId="{1D559A3E-A4DC-4236-BA8E-4A69C5346A47}" srcOrd="0" destOrd="0" presId="urn:microsoft.com/office/officeart/2018/2/layout/IconCircleList"/>
    <dgm:cxn modelId="{B6924B2E-9F3B-4076-B671-43BC265E9BA9}" type="presOf" srcId="{ECAA74AF-115D-41D4-8C78-BC50A3448C52}" destId="{828640EE-255B-4150-9C41-C0A7F0ECF877}" srcOrd="0" destOrd="0" presId="urn:microsoft.com/office/officeart/2018/2/layout/IconCircleList"/>
    <dgm:cxn modelId="{8F28E44D-4107-4065-81D4-677D9DADBB85}" type="presOf" srcId="{01ED20C1-E16B-4DB7-BBFD-95DC8133310D}" destId="{4C81EF30-FB0D-4568-9BCC-5CD1E4D51663}" srcOrd="0" destOrd="0" presId="urn:microsoft.com/office/officeart/2018/2/layout/IconCircleList"/>
    <dgm:cxn modelId="{79AF434F-9527-41F8-AF72-153CC9AFF25A}" type="presOf" srcId="{C1641390-31D9-4D0D-B99C-06F74CD2C20C}" destId="{87FFB8C5-D043-44D6-AEB8-5D6A3DD283F1}" srcOrd="0" destOrd="0" presId="urn:microsoft.com/office/officeart/2018/2/layout/IconCircleList"/>
    <dgm:cxn modelId="{F3B5BE81-E309-4FBA-BE50-54CD6A8AB639}" srcId="{6E306CDE-57C7-4BE3-A17D-3EB457549329}" destId="{B8BF25D7-DB4A-40C2-B79E-C83E77B900D3}" srcOrd="0" destOrd="0" parTransId="{9DE9B477-438B-446F-81F2-C39A3C9F4F69}" sibTransId="{C1641390-31D9-4D0D-B99C-06F74CD2C20C}"/>
    <dgm:cxn modelId="{CB184188-0F07-4149-8446-121EE963F4D8}" type="presOf" srcId="{4C669E56-B1C1-4793-A1DA-8C11E8345003}" destId="{A1EFD0E6-80EB-4862-A653-5C7F97439F0E}" srcOrd="0" destOrd="0" presId="urn:microsoft.com/office/officeart/2018/2/layout/IconCircleList"/>
    <dgm:cxn modelId="{8001189D-7EF0-4E63-8E5C-8DDA44441477}" srcId="{6E306CDE-57C7-4BE3-A17D-3EB457549329}" destId="{01ED20C1-E16B-4DB7-BBFD-95DC8133310D}" srcOrd="2" destOrd="0" parTransId="{E089A69B-9A55-46F0-8282-5E4F158D825F}" sibTransId="{A203F68F-157C-4498-A000-6FC6CB455F79}"/>
    <dgm:cxn modelId="{644780A2-F9B8-4EFD-A1A4-CE9BD8F388FE}" srcId="{6E306CDE-57C7-4BE3-A17D-3EB457549329}" destId="{ECAA74AF-115D-41D4-8C78-BC50A3448C52}" srcOrd="3" destOrd="0" parTransId="{14C4979D-9ED0-4E2C-9A94-2C71E632DC12}" sibTransId="{816BEF7C-D268-4989-A464-68BEB5BAE4FF}"/>
    <dgm:cxn modelId="{CDF92FBB-4779-48B6-9108-1CF40A17A628}" type="presOf" srcId="{A203F68F-157C-4498-A000-6FC6CB455F79}" destId="{A5168762-342F-4C08-A122-F4E16AA4DB68}" srcOrd="0" destOrd="0" presId="urn:microsoft.com/office/officeart/2018/2/layout/IconCircleList"/>
    <dgm:cxn modelId="{442F14C2-3C15-47BF-8B92-15F4F48666A2}" type="presOf" srcId="{6E306CDE-57C7-4BE3-A17D-3EB457549329}" destId="{07DBB6E8-7EFF-4707-B814-3C5A91104830}" srcOrd="0" destOrd="0" presId="urn:microsoft.com/office/officeart/2018/2/layout/IconCircleList"/>
    <dgm:cxn modelId="{6373B5E9-CB2E-42F8-B895-482209F88DB7}" srcId="{6E306CDE-57C7-4BE3-A17D-3EB457549329}" destId="{4C669E56-B1C1-4793-A1DA-8C11E8345003}" srcOrd="1" destOrd="0" parTransId="{FDB73ABD-138A-4F9D-B108-8441F2E53B02}" sibTransId="{0672F0E5-73DD-4EF4-8E32-4ECA6F2D0800}"/>
    <dgm:cxn modelId="{766369F9-0F66-4A3D-A746-78713D0F4796}" type="presOf" srcId="{0672F0E5-73DD-4EF4-8E32-4ECA6F2D0800}" destId="{B9304625-1A76-43EB-BBAB-324E3F55B3FD}" srcOrd="0" destOrd="0" presId="urn:microsoft.com/office/officeart/2018/2/layout/IconCircleList"/>
    <dgm:cxn modelId="{0DC66C73-A0C3-427A-8394-17CFF643DA2D}" type="presParOf" srcId="{07DBB6E8-7EFF-4707-B814-3C5A91104830}" destId="{368DF160-755A-4BDB-BFC1-32BE89C4B8CF}" srcOrd="0" destOrd="0" presId="urn:microsoft.com/office/officeart/2018/2/layout/IconCircleList"/>
    <dgm:cxn modelId="{6CB9C471-6DA0-438A-BA1E-5FC7E5106BC4}" type="presParOf" srcId="{368DF160-755A-4BDB-BFC1-32BE89C4B8CF}" destId="{C7E5110F-186D-4CFE-BF38-E1BE0CC68CAD}" srcOrd="0" destOrd="0" presId="urn:microsoft.com/office/officeart/2018/2/layout/IconCircleList"/>
    <dgm:cxn modelId="{87F8781B-F9B7-4316-8F96-CA109DF53280}" type="presParOf" srcId="{C7E5110F-186D-4CFE-BF38-E1BE0CC68CAD}" destId="{3EDC1B47-769F-45CB-A3A6-A89365FA121E}" srcOrd="0" destOrd="0" presId="urn:microsoft.com/office/officeart/2018/2/layout/IconCircleList"/>
    <dgm:cxn modelId="{3858AF4C-9CB1-49B8-B1BD-7FFFC3135C71}" type="presParOf" srcId="{C7E5110F-186D-4CFE-BF38-E1BE0CC68CAD}" destId="{DB1B58DB-722F-44A2-8E1A-EFE3346B7AFD}" srcOrd="1" destOrd="0" presId="urn:microsoft.com/office/officeart/2018/2/layout/IconCircleList"/>
    <dgm:cxn modelId="{BF7169E9-977A-4CAB-80E6-37924BDEE9EC}" type="presParOf" srcId="{C7E5110F-186D-4CFE-BF38-E1BE0CC68CAD}" destId="{428270F3-BB23-40A1-8D2A-2472877A7D85}" srcOrd="2" destOrd="0" presId="urn:microsoft.com/office/officeart/2018/2/layout/IconCircleList"/>
    <dgm:cxn modelId="{6BB27760-97FD-4A47-A0E8-0E1B0E90B47A}" type="presParOf" srcId="{C7E5110F-186D-4CFE-BF38-E1BE0CC68CAD}" destId="{1D559A3E-A4DC-4236-BA8E-4A69C5346A47}" srcOrd="3" destOrd="0" presId="urn:microsoft.com/office/officeart/2018/2/layout/IconCircleList"/>
    <dgm:cxn modelId="{8A24C9E8-B54B-43CB-9D2F-3B5699BD61FA}" type="presParOf" srcId="{368DF160-755A-4BDB-BFC1-32BE89C4B8CF}" destId="{87FFB8C5-D043-44D6-AEB8-5D6A3DD283F1}" srcOrd="1" destOrd="0" presId="urn:microsoft.com/office/officeart/2018/2/layout/IconCircleList"/>
    <dgm:cxn modelId="{5189E9C8-0B61-4CC0-8777-9730D31FDFC4}" type="presParOf" srcId="{368DF160-755A-4BDB-BFC1-32BE89C4B8CF}" destId="{BE80BF1F-5F58-4F16-B4AF-ABEE46FE4806}" srcOrd="2" destOrd="0" presId="urn:microsoft.com/office/officeart/2018/2/layout/IconCircleList"/>
    <dgm:cxn modelId="{6FD43718-2921-49E5-992D-0EADE417321B}" type="presParOf" srcId="{BE80BF1F-5F58-4F16-B4AF-ABEE46FE4806}" destId="{B0497A70-8876-41DC-B117-7AE791D0BFBB}" srcOrd="0" destOrd="0" presId="urn:microsoft.com/office/officeart/2018/2/layout/IconCircleList"/>
    <dgm:cxn modelId="{46C7A64B-2A48-4519-B461-CAAA23282B66}" type="presParOf" srcId="{BE80BF1F-5F58-4F16-B4AF-ABEE46FE4806}" destId="{7B52EE0E-6D82-4DA8-90B7-CD7397CC0CC5}" srcOrd="1" destOrd="0" presId="urn:microsoft.com/office/officeart/2018/2/layout/IconCircleList"/>
    <dgm:cxn modelId="{EFC88242-5E6E-4606-A3F6-B68E5B398076}" type="presParOf" srcId="{BE80BF1F-5F58-4F16-B4AF-ABEE46FE4806}" destId="{28622FF5-AD86-464D-A636-FCD62B2684F0}" srcOrd="2" destOrd="0" presId="urn:microsoft.com/office/officeart/2018/2/layout/IconCircleList"/>
    <dgm:cxn modelId="{481F880B-C8BF-49D3-8F18-E61AE38A25A8}" type="presParOf" srcId="{BE80BF1F-5F58-4F16-B4AF-ABEE46FE4806}" destId="{A1EFD0E6-80EB-4862-A653-5C7F97439F0E}" srcOrd="3" destOrd="0" presId="urn:microsoft.com/office/officeart/2018/2/layout/IconCircleList"/>
    <dgm:cxn modelId="{D528D3E3-5B37-43DD-8FD4-12A0B7BC5B09}" type="presParOf" srcId="{368DF160-755A-4BDB-BFC1-32BE89C4B8CF}" destId="{B9304625-1A76-43EB-BBAB-324E3F55B3FD}" srcOrd="3" destOrd="0" presId="urn:microsoft.com/office/officeart/2018/2/layout/IconCircleList"/>
    <dgm:cxn modelId="{03240B36-2422-4BDA-8D30-AAF5D8A788D7}" type="presParOf" srcId="{368DF160-755A-4BDB-BFC1-32BE89C4B8CF}" destId="{36E1CAED-D631-44FF-92F3-BBAB34BC2A38}" srcOrd="4" destOrd="0" presId="urn:microsoft.com/office/officeart/2018/2/layout/IconCircleList"/>
    <dgm:cxn modelId="{FA491454-0C8A-4C4E-91B5-A8ACA1B113F1}" type="presParOf" srcId="{36E1CAED-D631-44FF-92F3-BBAB34BC2A38}" destId="{3F036052-C5BC-4588-809C-665D697ED0D0}" srcOrd="0" destOrd="0" presId="urn:microsoft.com/office/officeart/2018/2/layout/IconCircleList"/>
    <dgm:cxn modelId="{6150A11B-A3CE-477B-9AD6-E47E7D8A6D48}" type="presParOf" srcId="{36E1CAED-D631-44FF-92F3-BBAB34BC2A38}" destId="{ACC107ED-17CF-44BC-BEBE-ADEAE52BCC0C}" srcOrd="1" destOrd="0" presId="urn:microsoft.com/office/officeart/2018/2/layout/IconCircleList"/>
    <dgm:cxn modelId="{D5F416A6-322D-4FD4-A6EF-5D659210A22D}" type="presParOf" srcId="{36E1CAED-D631-44FF-92F3-BBAB34BC2A38}" destId="{A071CF01-6582-4B61-9C82-A0D12D8D0B87}" srcOrd="2" destOrd="0" presId="urn:microsoft.com/office/officeart/2018/2/layout/IconCircleList"/>
    <dgm:cxn modelId="{D88AE71A-F63F-452D-9EDD-E0A70F05DFDA}" type="presParOf" srcId="{36E1CAED-D631-44FF-92F3-BBAB34BC2A38}" destId="{4C81EF30-FB0D-4568-9BCC-5CD1E4D51663}" srcOrd="3" destOrd="0" presId="urn:microsoft.com/office/officeart/2018/2/layout/IconCircleList"/>
    <dgm:cxn modelId="{8EC6C4B3-EBFD-4C29-8804-42B4D864FFFE}" type="presParOf" srcId="{368DF160-755A-4BDB-BFC1-32BE89C4B8CF}" destId="{A5168762-342F-4C08-A122-F4E16AA4DB68}" srcOrd="5" destOrd="0" presId="urn:microsoft.com/office/officeart/2018/2/layout/IconCircleList"/>
    <dgm:cxn modelId="{6B93623C-7C7B-4A9A-8EB0-8C588F937ABF}" type="presParOf" srcId="{368DF160-755A-4BDB-BFC1-32BE89C4B8CF}" destId="{1278781E-D4D9-483F-9D0E-308C880A852B}" srcOrd="6" destOrd="0" presId="urn:microsoft.com/office/officeart/2018/2/layout/IconCircleList"/>
    <dgm:cxn modelId="{488457B5-DDFF-44C4-9F28-F68EB89A97AC}" type="presParOf" srcId="{1278781E-D4D9-483F-9D0E-308C880A852B}" destId="{C83E1D44-47F9-44C8-94DB-96D5F2B4037B}" srcOrd="0" destOrd="0" presId="urn:microsoft.com/office/officeart/2018/2/layout/IconCircleList"/>
    <dgm:cxn modelId="{9B46A681-8696-4725-9948-D44A5415C70B}" type="presParOf" srcId="{1278781E-D4D9-483F-9D0E-308C880A852B}" destId="{900BF558-8571-4FC7-AADE-6801443A4C35}" srcOrd="1" destOrd="0" presId="urn:microsoft.com/office/officeart/2018/2/layout/IconCircleList"/>
    <dgm:cxn modelId="{F4A6417D-41A6-44E4-9F37-3D99FA91EAB2}" type="presParOf" srcId="{1278781E-D4D9-483F-9D0E-308C880A852B}" destId="{75AC884E-BA40-4436-9AC4-E4F00CC5C467}" srcOrd="2" destOrd="0" presId="urn:microsoft.com/office/officeart/2018/2/layout/IconCircleList"/>
    <dgm:cxn modelId="{EBD53552-60B1-4BEF-8093-E87A43C1B29B}" type="presParOf" srcId="{1278781E-D4D9-483F-9D0E-308C880A852B}" destId="{828640EE-255B-4150-9C41-C0A7F0ECF87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7FCCE41-1499-49DD-B2ED-CB2ED027706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94E565A-63D1-4DBD-BF09-8394BC26C66A}">
      <dgm:prSet/>
      <dgm:spPr/>
      <dgm:t>
        <a:bodyPr/>
        <a:lstStyle/>
        <a:p>
          <a:r>
            <a:rPr lang="en-US" b="0" i="0"/>
            <a:t>Track sales accurately</a:t>
          </a:r>
          <a:endParaRPr lang="en-US"/>
        </a:p>
      </dgm:t>
    </dgm:pt>
    <dgm:pt modelId="{79C30525-6FC6-4E20-A2CB-64D6B5E2F456}" type="parTrans" cxnId="{5D793351-E235-47D4-90C1-8546236CEEE2}">
      <dgm:prSet/>
      <dgm:spPr/>
      <dgm:t>
        <a:bodyPr/>
        <a:lstStyle/>
        <a:p>
          <a:endParaRPr lang="en-US"/>
        </a:p>
      </dgm:t>
    </dgm:pt>
    <dgm:pt modelId="{20FC9227-4D05-4A84-BE12-DF56D55DE2CF}" type="sibTrans" cxnId="{5D793351-E235-47D4-90C1-8546236CEEE2}">
      <dgm:prSet/>
      <dgm:spPr/>
      <dgm:t>
        <a:bodyPr/>
        <a:lstStyle/>
        <a:p>
          <a:endParaRPr lang="en-US"/>
        </a:p>
      </dgm:t>
    </dgm:pt>
    <dgm:pt modelId="{E2E857F6-5AF8-4A5D-A93B-F095D89127B6}">
      <dgm:prSet/>
      <dgm:spPr/>
      <dgm:t>
        <a:bodyPr/>
        <a:lstStyle/>
        <a:p>
          <a:r>
            <a:rPr lang="en-US" b="0" i="0"/>
            <a:t>Monitor subsidy usage</a:t>
          </a:r>
          <a:endParaRPr lang="en-US"/>
        </a:p>
      </dgm:t>
    </dgm:pt>
    <dgm:pt modelId="{C494236A-CF08-476A-98BC-B48ED3F574FE}" type="parTrans" cxnId="{BCAC0F9D-B2B1-43C7-8550-F12B8115E724}">
      <dgm:prSet/>
      <dgm:spPr/>
      <dgm:t>
        <a:bodyPr/>
        <a:lstStyle/>
        <a:p>
          <a:endParaRPr lang="en-US"/>
        </a:p>
      </dgm:t>
    </dgm:pt>
    <dgm:pt modelId="{33276F23-62C4-4AAD-9EEB-5A5F0CDEF9BA}" type="sibTrans" cxnId="{BCAC0F9D-B2B1-43C7-8550-F12B8115E724}">
      <dgm:prSet/>
      <dgm:spPr/>
      <dgm:t>
        <a:bodyPr/>
        <a:lstStyle/>
        <a:p>
          <a:endParaRPr lang="en-US"/>
        </a:p>
      </dgm:t>
    </dgm:pt>
    <dgm:pt modelId="{82CDD8BF-CA8B-4215-A016-55EAA238B9FB}">
      <dgm:prSet/>
      <dgm:spPr/>
      <dgm:t>
        <a:bodyPr/>
        <a:lstStyle/>
        <a:p>
          <a:r>
            <a:rPr lang="en-US" b="0" i="0"/>
            <a:t>Financial clarity</a:t>
          </a:r>
          <a:endParaRPr lang="en-US"/>
        </a:p>
      </dgm:t>
    </dgm:pt>
    <dgm:pt modelId="{59A2D39C-8833-4C1A-A6C9-7235A12F3F0A}" type="parTrans" cxnId="{849FC88A-A53E-4D42-B0EF-9D60E111D35C}">
      <dgm:prSet/>
      <dgm:spPr/>
      <dgm:t>
        <a:bodyPr/>
        <a:lstStyle/>
        <a:p>
          <a:endParaRPr lang="en-US"/>
        </a:p>
      </dgm:t>
    </dgm:pt>
    <dgm:pt modelId="{744EA0BA-78B2-47D7-B48A-92B3CA33402F}" type="sibTrans" cxnId="{849FC88A-A53E-4D42-B0EF-9D60E111D35C}">
      <dgm:prSet/>
      <dgm:spPr/>
      <dgm:t>
        <a:bodyPr/>
        <a:lstStyle/>
        <a:p>
          <a:endParaRPr lang="en-US"/>
        </a:p>
      </dgm:t>
    </dgm:pt>
    <dgm:pt modelId="{08E5C231-640C-4AB5-9734-81B73EE54992}">
      <dgm:prSet/>
      <dgm:spPr/>
      <dgm:t>
        <a:bodyPr/>
        <a:lstStyle/>
        <a:p>
          <a:r>
            <a:rPr lang="en-US" b="0" i="0"/>
            <a:t>Better planning</a:t>
          </a:r>
          <a:endParaRPr lang="en-US"/>
        </a:p>
      </dgm:t>
    </dgm:pt>
    <dgm:pt modelId="{56F87B0D-961C-4679-884B-939A8AA5E65C}" type="parTrans" cxnId="{98499180-8D92-42D5-8087-F529394B5F96}">
      <dgm:prSet/>
      <dgm:spPr/>
      <dgm:t>
        <a:bodyPr/>
        <a:lstStyle/>
        <a:p>
          <a:endParaRPr lang="en-US"/>
        </a:p>
      </dgm:t>
    </dgm:pt>
    <dgm:pt modelId="{D41616B7-3890-4F3C-BE05-C9EF5E642A15}" type="sibTrans" cxnId="{98499180-8D92-42D5-8087-F529394B5F96}">
      <dgm:prSet/>
      <dgm:spPr/>
      <dgm:t>
        <a:bodyPr/>
        <a:lstStyle/>
        <a:p>
          <a:endParaRPr lang="en-US"/>
        </a:p>
      </dgm:t>
    </dgm:pt>
    <dgm:pt modelId="{9DFE3889-E959-4D69-9B67-7E89A75E91AA}" type="pres">
      <dgm:prSet presAssocID="{17FCCE41-1499-49DD-B2ED-CB2ED0277067}" presName="root" presStyleCnt="0">
        <dgm:presLayoutVars>
          <dgm:dir/>
          <dgm:resizeHandles val="exact"/>
        </dgm:presLayoutVars>
      </dgm:prSet>
      <dgm:spPr/>
    </dgm:pt>
    <dgm:pt modelId="{1DDA9EF0-DEB5-4E6C-9FDF-ACF3AA9E9793}" type="pres">
      <dgm:prSet presAssocID="{B94E565A-63D1-4DBD-BF09-8394BC26C66A}" presName="compNode" presStyleCnt="0"/>
      <dgm:spPr/>
    </dgm:pt>
    <dgm:pt modelId="{41274BE8-8166-42AE-9A4C-260D74F8782C}" type="pres">
      <dgm:prSet presAssocID="{B94E565A-63D1-4DBD-BF09-8394BC26C66A}" presName="bgRect" presStyleLbl="bgShp" presStyleIdx="0" presStyleCnt="4"/>
      <dgm:spPr/>
    </dgm:pt>
    <dgm:pt modelId="{76681828-643B-44D1-95B6-A1F23DCB6970}" type="pres">
      <dgm:prSet presAssocID="{B94E565A-63D1-4DBD-BF09-8394BC26C66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rror"/>
        </a:ext>
      </dgm:extLst>
    </dgm:pt>
    <dgm:pt modelId="{AD67ABB3-1CC7-455D-868B-D3D87F0A18AA}" type="pres">
      <dgm:prSet presAssocID="{B94E565A-63D1-4DBD-BF09-8394BC26C66A}" presName="spaceRect" presStyleCnt="0"/>
      <dgm:spPr/>
    </dgm:pt>
    <dgm:pt modelId="{C0D100EA-1D4F-4C29-B8BA-7BB44F37A106}" type="pres">
      <dgm:prSet presAssocID="{B94E565A-63D1-4DBD-BF09-8394BC26C66A}" presName="parTx" presStyleLbl="revTx" presStyleIdx="0" presStyleCnt="4">
        <dgm:presLayoutVars>
          <dgm:chMax val="0"/>
          <dgm:chPref val="0"/>
        </dgm:presLayoutVars>
      </dgm:prSet>
      <dgm:spPr/>
    </dgm:pt>
    <dgm:pt modelId="{217148D0-11E9-478E-BA91-98C324DBA8BE}" type="pres">
      <dgm:prSet presAssocID="{20FC9227-4D05-4A84-BE12-DF56D55DE2CF}" presName="sibTrans" presStyleCnt="0"/>
      <dgm:spPr/>
    </dgm:pt>
    <dgm:pt modelId="{431EA1CD-4C94-4B2F-990A-C4A4C0784FC2}" type="pres">
      <dgm:prSet presAssocID="{E2E857F6-5AF8-4A5D-A93B-F095D89127B6}" presName="compNode" presStyleCnt="0"/>
      <dgm:spPr/>
    </dgm:pt>
    <dgm:pt modelId="{1BC36C27-19DD-48D7-845A-CC7C9A92C0F7}" type="pres">
      <dgm:prSet presAssocID="{E2E857F6-5AF8-4A5D-A93B-F095D89127B6}" presName="bgRect" presStyleLbl="bgShp" presStyleIdx="1" presStyleCnt="4"/>
      <dgm:spPr/>
    </dgm:pt>
    <dgm:pt modelId="{E13450CF-9448-4B79-8FFB-150C351B55C2}" type="pres">
      <dgm:prSet presAssocID="{E2E857F6-5AF8-4A5D-A93B-F095D89127B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ell Phone"/>
        </a:ext>
      </dgm:extLst>
    </dgm:pt>
    <dgm:pt modelId="{1488B803-9A12-4D6A-B78C-CD637B0FBD9B}" type="pres">
      <dgm:prSet presAssocID="{E2E857F6-5AF8-4A5D-A93B-F095D89127B6}" presName="spaceRect" presStyleCnt="0"/>
      <dgm:spPr/>
    </dgm:pt>
    <dgm:pt modelId="{99B10117-4A11-4031-B8D3-ABC276C63E1E}" type="pres">
      <dgm:prSet presAssocID="{E2E857F6-5AF8-4A5D-A93B-F095D89127B6}" presName="parTx" presStyleLbl="revTx" presStyleIdx="1" presStyleCnt="4">
        <dgm:presLayoutVars>
          <dgm:chMax val="0"/>
          <dgm:chPref val="0"/>
        </dgm:presLayoutVars>
      </dgm:prSet>
      <dgm:spPr/>
    </dgm:pt>
    <dgm:pt modelId="{46323DAD-C9DE-4D7F-B3F7-1EAB2E4B91F1}" type="pres">
      <dgm:prSet presAssocID="{33276F23-62C4-4AAD-9EEB-5A5F0CDEF9BA}" presName="sibTrans" presStyleCnt="0"/>
      <dgm:spPr/>
    </dgm:pt>
    <dgm:pt modelId="{BD75D130-2BE6-4249-8D61-44FC7BEBAD91}" type="pres">
      <dgm:prSet presAssocID="{82CDD8BF-CA8B-4215-A016-55EAA238B9FB}" presName="compNode" presStyleCnt="0"/>
      <dgm:spPr/>
    </dgm:pt>
    <dgm:pt modelId="{59730815-B1F6-4103-B313-558DDFFB3070}" type="pres">
      <dgm:prSet presAssocID="{82CDD8BF-CA8B-4215-A016-55EAA238B9FB}" presName="bgRect" presStyleLbl="bgShp" presStyleIdx="2" presStyleCnt="4"/>
      <dgm:spPr/>
    </dgm:pt>
    <dgm:pt modelId="{7C07A0EA-D6E9-41EC-926D-569D5FF7CBAA}" type="pres">
      <dgm:prSet presAssocID="{82CDD8BF-CA8B-4215-A016-55EAA238B9F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ancial"/>
        </a:ext>
      </dgm:extLst>
    </dgm:pt>
    <dgm:pt modelId="{2ACEBF30-3F29-4D5B-A0EE-DE9769DC987D}" type="pres">
      <dgm:prSet presAssocID="{82CDD8BF-CA8B-4215-A016-55EAA238B9FB}" presName="spaceRect" presStyleCnt="0"/>
      <dgm:spPr/>
    </dgm:pt>
    <dgm:pt modelId="{13C30BF2-2CAF-489C-AC04-75B20239ACF3}" type="pres">
      <dgm:prSet presAssocID="{82CDD8BF-CA8B-4215-A016-55EAA238B9FB}" presName="parTx" presStyleLbl="revTx" presStyleIdx="2" presStyleCnt="4">
        <dgm:presLayoutVars>
          <dgm:chMax val="0"/>
          <dgm:chPref val="0"/>
        </dgm:presLayoutVars>
      </dgm:prSet>
      <dgm:spPr/>
    </dgm:pt>
    <dgm:pt modelId="{3F40EAE0-58A7-46F0-A616-8BB1B70299F0}" type="pres">
      <dgm:prSet presAssocID="{744EA0BA-78B2-47D7-B48A-92B3CA33402F}" presName="sibTrans" presStyleCnt="0"/>
      <dgm:spPr/>
    </dgm:pt>
    <dgm:pt modelId="{06B00213-5383-4AC2-ADA1-7FCF31699DF9}" type="pres">
      <dgm:prSet presAssocID="{08E5C231-640C-4AB5-9734-81B73EE54992}" presName="compNode" presStyleCnt="0"/>
      <dgm:spPr/>
    </dgm:pt>
    <dgm:pt modelId="{CFE62AA2-4067-4782-8515-81A7E6427A2A}" type="pres">
      <dgm:prSet presAssocID="{08E5C231-640C-4AB5-9734-81B73EE54992}" presName="bgRect" presStyleLbl="bgShp" presStyleIdx="3" presStyleCnt="4"/>
      <dgm:spPr/>
    </dgm:pt>
    <dgm:pt modelId="{091EA012-CA91-4036-ADD2-80A32A407F89}" type="pres">
      <dgm:prSet presAssocID="{08E5C231-640C-4AB5-9734-81B73EE5499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iguration"/>
        </a:ext>
      </dgm:extLst>
    </dgm:pt>
    <dgm:pt modelId="{6933F560-974A-4373-AD01-3B468BA0548D}" type="pres">
      <dgm:prSet presAssocID="{08E5C231-640C-4AB5-9734-81B73EE54992}" presName="spaceRect" presStyleCnt="0"/>
      <dgm:spPr/>
    </dgm:pt>
    <dgm:pt modelId="{00F4CFF5-160D-4B9A-8360-0A9A8AE42459}" type="pres">
      <dgm:prSet presAssocID="{08E5C231-640C-4AB5-9734-81B73EE5499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7090E07-3378-4CE0-B882-4CB5F9DA9A04}" type="presOf" srcId="{17FCCE41-1499-49DD-B2ED-CB2ED0277067}" destId="{9DFE3889-E959-4D69-9B67-7E89A75E91AA}" srcOrd="0" destOrd="0" presId="urn:microsoft.com/office/officeart/2018/2/layout/IconVerticalSolidList"/>
    <dgm:cxn modelId="{02989F23-6191-4D34-8F61-0893CA35E340}" type="presOf" srcId="{E2E857F6-5AF8-4A5D-A93B-F095D89127B6}" destId="{99B10117-4A11-4031-B8D3-ABC276C63E1E}" srcOrd="0" destOrd="0" presId="urn:microsoft.com/office/officeart/2018/2/layout/IconVerticalSolidList"/>
    <dgm:cxn modelId="{5D793351-E235-47D4-90C1-8546236CEEE2}" srcId="{17FCCE41-1499-49DD-B2ED-CB2ED0277067}" destId="{B94E565A-63D1-4DBD-BF09-8394BC26C66A}" srcOrd="0" destOrd="0" parTransId="{79C30525-6FC6-4E20-A2CB-64D6B5E2F456}" sibTransId="{20FC9227-4D05-4A84-BE12-DF56D55DE2CF}"/>
    <dgm:cxn modelId="{98499180-8D92-42D5-8087-F529394B5F96}" srcId="{17FCCE41-1499-49DD-B2ED-CB2ED0277067}" destId="{08E5C231-640C-4AB5-9734-81B73EE54992}" srcOrd="3" destOrd="0" parTransId="{56F87B0D-961C-4679-884B-939A8AA5E65C}" sibTransId="{D41616B7-3890-4F3C-BE05-C9EF5E642A15}"/>
    <dgm:cxn modelId="{849FC88A-A53E-4D42-B0EF-9D60E111D35C}" srcId="{17FCCE41-1499-49DD-B2ED-CB2ED0277067}" destId="{82CDD8BF-CA8B-4215-A016-55EAA238B9FB}" srcOrd="2" destOrd="0" parTransId="{59A2D39C-8833-4C1A-A6C9-7235A12F3F0A}" sibTransId="{744EA0BA-78B2-47D7-B48A-92B3CA33402F}"/>
    <dgm:cxn modelId="{5034848D-5169-428B-9503-F08854D2B35A}" type="presOf" srcId="{B94E565A-63D1-4DBD-BF09-8394BC26C66A}" destId="{C0D100EA-1D4F-4C29-B8BA-7BB44F37A106}" srcOrd="0" destOrd="0" presId="urn:microsoft.com/office/officeart/2018/2/layout/IconVerticalSolidList"/>
    <dgm:cxn modelId="{BCAC0F9D-B2B1-43C7-8550-F12B8115E724}" srcId="{17FCCE41-1499-49DD-B2ED-CB2ED0277067}" destId="{E2E857F6-5AF8-4A5D-A93B-F095D89127B6}" srcOrd="1" destOrd="0" parTransId="{C494236A-CF08-476A-98BC-B48ED3F574FE}" sibTransId="{33276F23-62C4-4AAD-9EEB-5A5F0CDEF9BA}"/>
    <dgm:cxn modelId="{62F62FC2-51D4-4B9A-9D43-670040EF86C8}" type="presOf" srcId="{08E5C231-640C-4AB5-9734-81B73EE54992}" destId="{00F4CFF5-160D-4B9A-8360-0A9A8AE42459}" srcOrd="0" destOrd="0" presId="urn:microsoft.com/office/officeart/2018/2/layout/IconVerticalSolidList"/>
    <dgm:cxn modelId="{6C3F6BC6-AB26-4209-8A65-778D3DC38CB1}" type="presOf" srcId="{82CDD8BF-CA8B-4215-A016-55EAA238B9FB}" destId="{13C30BF2-2CAF-489C-AC04-75B20239ACF3}" srcOrd="0" destOrd="0" presId="urn:microsoft.com/office/officeart/2018/2/layout/IconVerticalSolidList"/>
    <dgm:cxn modelId="{4D05284F-EA07-401A-BC24-02F1D637A1F0}" type="presParOf" srcId="{9DFE3889-E959-4D69-9B67-7E89A75E91AA}" destId="{1DDA9EF0-DEB5-4E6C-9FDF-ACF3AA9E9793}" srcOrd="0" destOrd="0" presId="urn:microsoft.com/office/officeart/2018/2/layout/IconVerticalSolidList"/>
    <dgm:cxn modelId="{EA07FC87-1946-48E8-A782-7EA10C772643}" type="presParOf" srcId="{1DDA9EF0-DEB5-4E6C-9FDF-ACF3AA9E9793}" destId="{41274BE8-8166-42AE-9A4C-260D74F8782C}" srcOrd="0" destOrd="0" presId="urn:microsoft.com/office/officeart/2018/2/layout/IconVerticalSolidList"/>
    <dgm:cxn modelId="{049CB94C-4486-4EE2-B7E2-0F6C3119BD45}" type="presParOf" srcId="{1DDA9EF0-DEB5-4E6C-9FDF-ACF3AA9E9793}" destId="{76681828-643B-44D1-95B6-A1F23DCB6970}" srcOrd="1" destOrd="0" presId="urn:microsoft.com/office/officeart/2018/2/layout/IconVerticalSolidList"/>
    <dgm:cxn modelId="{08D222BA-7AFC-4B00-9CFA-4AAE91DF8A65}" type="presParOf" srcId="{1DDA9EF0-DEB5-4E6C-9FDF-ACF3AA9E9793}" destId="{AD67ABB3-1CC7-455D-868B-D3D87F0A18AA}" srcOrd="2" destOrd="0" presId="urn:microsoft.com/office/officeart/2018/2/layout/IconVerticalSolidList"/>
    <dgm:cxn modelId="{5051BD39-BE9E-48EC-B153-BE919680149C}" type="presParOf" srcId="{1DDA9EF0-DEB5-4E6C-9FDF-ACF3AA9E9793}" destId="{C0D100EA-1D4F-4C29-B8BA-7BB44F37A106}" srcOrd="3" destOrd="0" presId="urn:microsoft.com/office/officeart/2018/2/layout/IconVerticalSolidList"/>
    <dgm:cxn modelId="{49715906-3C6B-4BD1-82A7-200A85FA9231}" type="presParOf" srcId="{9DFE3889-E959-4D69-9B67-7E89A75E91AA}" destId="{217148D0-11E9-478E-BA91-98C324DBA8BE}" srcOrd="1" destOrd="0" presId="urn:microsoft.com/office/officeart/2018/2/layout/IconVerticalSolidList"/>
    <dgm:cxn modelId="{E1EA8A15-3B20-4B24-B37E-2C5C29C6B7D7}" type="presParOf" srcId="{9DFE3889-E959-4D69-9B67-7E89A75E91AA}" destId="{431EA1CD-4C94-4B2F-990A-C4A4C0784FC2}" srcOrd="2" destOrd="0" presId="urn:microsoft.com/office/officeart/2018/2/layout/IconVerticalSolidList"/>
    <dgm:cxn modelId="{D430F348-C1A2-44E5-9E32-4408D07505ED}" type="presParOf" srcId="{431EA1CD-4C94-4B2F-990A-C4A4C0784FC2}" destId="{1BC36C27-19DD-48D7-845A-CC7C9A92C0F7}" srcOrd="0" destOrd="0" presId="urn:microsoft.com/office/officeart/2018/2/layout/IconVerticalSolidList"/>
    <dgm:cxn modelId="{AEE221F3-7264-465B-9C9E-1E3A17171933}" type="presParOf" srcId="{431EA1CD-4C94-4B2F-990A-C4A4C0784FC2}" destId="{E13450CF-9448-4B79-8FFB-150C351B55C2}" srcOrd="1" destOrd="0" presId="urn:microsoft.com/office/officeart/2018/2/layout/IconVerticalSolidList"/>
    <dgm:cxn modelId="{A0B4F78B-7489-40EE-B850-7E896CC810D9}" type="presParOf" srcId="{431EA1CD-4C94-4B2F-990A-C4A4C0784FC2}" destId="{1488B803-9A12-4D6A-B78C-CD637B0FBD9B}" srcOrd="2" destOrd="0" presId="urn:microsoft.com/office/officeart/2018/2/layout/IconVerticalSolidList"/>
    <dgm:cxn modelId="{C2E20D1E-5707-4C30-8015-D87ACCC16D9C}" type="presParOf" srcId="{431EA1CD-4C94-4B2F-990A-C4A4C0784FC2}" destId="{99B10117-4A11-4031-B8D3-ABC276C63E1E}" srcOrd="3" destOrd="0" presId="urn:microsoft.com/office/officeart/2018/2/layout/IconVerticalSolidList"/>
    <dgm:cxn modelId="{CF36C539-6FC9-4F1A-B88C-CAF118233C82}" type="presParOf" srcId="{9DFE3889-E959-4D69-9B67-7E89A75E91AA}" destId="{46323DAD-C9DE-4D7F-B3F7-1EAB2E4B91F1}" srcOrd="3" destOrd="0" presId="urn:microsoft.com/office/officeart/2018/2/layout/IconVerticalSolidList"/>
    <dgm:cxn modelId="{4D734A28-CC97-456A-9A70-0D1746B615F9}" type="presParOf" srcId="{9DFE3889-E959-4D69-9B67-7E89A75E91AA}" destId="{BD75D130-2BE6-4249-8D61-44FC7BEBAD91}" srcOrd="4" destOrd="0" presId="urn:microsoft.com/office/officeart/2018/2/layout/IconVerticalSolidList"/>
    <dgm:cxn modelId="{575BB704-35C1-4534-8463-A9DE32DED433}" type="presParOf" srcId="{BD75D130-2BE6-4249-8D61-44FC7BEBAD91}" destId="{59730815-B1F6-4103-B313-558DDFFB3070}" srcOrd="0" destOrd="0" presId="urn:microsoft.com/office/officeart/2018/2/layout/IconVerticalSolidList"/>
    <dgm:cxn modelId="{F1C61997-DFF3-4D06-B1A3-FEF454B757EF}" type="presParOf" srcId="{BD75D130-2BE6-4249-8D61-44FC7BEBAD91}" destId="{7C07A0EA-D6E9-41EC-926D-569D5FF7CBAA}" srcOrd="1" destOrd="0" presId="urn:microsoft.com/office/officeart/2018/2/layout/IconVerticalSolidList"/>
    <dgm:cxn modelId="{2EE93C66-573D-4173-97DD-5E84EC01208E}" type="presParOf" srcId="{BD75D130-2BE6-4249-8D61-44FC7BEBAD91}" destId="{2ACEBF30-3F29-4D5B-A0EE-DE9769DC987D}" srcOrd="2" destOrd="0" presId="urn:microsoft.com/office/officeart/2018/2/layout/IconVerticalSolidList"/>
    <dgm:cxn modelId="{5E3551C5-7C29-4177-BB05-A2FFBC791F73}" type="presParOf" srcId="{BD75D130-2BE6-4249-8D61-44FC7BEBAD91}" destId="{13C30BF2-2CAF-489C-AC04-75B20239ACF3}" srcOrd="3" destOrd="0" presId="urn:microsoft.com/office/officeart/2018/2/layout/IconVerticalSolidList"/>
    <dgm:cxn modelId="{9E6802A6-FE5E-4F48-831A-2D1E60C381EC}" type="presParOf" srcId="{9DFE3889-E959-4D69-9B67-7E89A75E91AA}" destId="{3F40EAE0-58A7-46F0-A616-8BB1B70299F0}" srcOrd="5" destOrd="0" presId="urn:microsoft.com/office/officeart/2018/2/layout/IconVerticalSolidList"/>
    <dgm:cxn modelId="{3EEECAE8-0987-4928-8366-F56F58B58E58}" type="presParOf" srcId="{9DFE3889-E959-4D69-9B67-7E89A75E91AA}" destId="{06B00213-5383-4AC2-ADA1-7FCF31699DF9}" srcOrd="6" destOrd="0" presId="urn:microsoft.com/office/officeart/2018/2/layout/IconVerticalSolidList"/>
    <dgm:cxn modelId="{F838130E-8994-48DC-9D91-59C192199645}" type="presParOf" srcId="{06B00213-5383-4AC2-ADA1-7FCF31699DF9}" destId="{CFE62AA2-4067-4782-8515-81A7E6427A2A}" srcOrd="0" destOrd="0" presId="urn:microsoft.com/office/officeart/2018/2/layout/IconVerticalSolidList"/>
    <dgm:cxn modelId="{F0FA7041-E4FA-40F3-8FBD-DFEA776DDCBF}" type="presParOf" srcId="{06B00213-5383-4AC2-ADA1-7FCF31699DF9}" destId="{091EA012-CA91-4036-ADD2-80A32A407F89}" srcOrd="1" destOrd="0" presId="urn:microsoft.com/office/officeart/2018/2/layout/IconVerticalSolidList"/>
    <dgm:cxn modelId="{380AD2EF-AD96-4E73-87C7-390A057AA1E0}" type="presParOf" srcId="{06B00213-5383-4AC2-ADA1-7FCF31699DF9}" destId="{6933F560-974A-4373-AD01-3B468BA0548D}" srcOrd="2" destOrd="0" presId="urn:microsoft.com/office/officeart/2018/2/layout/IconVerticalSolidList"/>
    <dgm:cxn modelId="{3F72EB57-6AA1-49D2-B8E6-2C73402A0715}" type="presParOf" srcId="{06B00213-5383-4AC2-ADA1-7FCF31699DF9}" destId="{00F4CFF5-160D-4B9A-8360-0A9A8AE4245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3221C9E-3402-4ED0-8613-ACEFD76DD91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2D3AD4D3-30B9-400F-9D3E-8B7905960999}">
      <dgm:prSet/>
      <dgm:spPr/>
      <dgm:t>
        <a:bodyPr/>
        <a:lstStyle/>
        <a:p>
          <a:r>
            <a:rPr lang="en-US" b="0" i="0"/>
            <a:t>HR allocates credits</a:t>
          </a:r>
          <a:endParaRPr lang="en-US"/>
        </a:p>
      </dgm:t>
    </dgm:pt>
    <dgm:pt modelId="{0CD2F419-2AB5-4124-A665-73F8A4C543FE}" type="parTrans" cxnId="{43BC6D56-63E9-4704-9CAC-37CEDB5CE410}">
      <dgm:prSet/>
      <dgm:spPr/>
      <dgm:t>
        <a:bodyPr/>
        <a:lstStyle/>
        <a:p>
          <a:endParaRPr lang="en-US"/>
        </a:p>
      </dgm:t>
    </dgm:pt>
    <dgm:pt modelId="{A18C4BCF-A2D7-42DD-986D-09A1DBF7BA26}" type="sibTrans" cxnId="{43BC6D56-63E9-4704-9CAC-37CEDB5CE410}">
      <dgm:prSet/>
      <dgm:spPr/>
      <dgm:t>
        <a:bodyPr/>
        <a:lstStyle/>
        <a:p>
          <a:endParaRPr lang="en-US"/>
        </a:p>
      </dgm:t>
    </dgm:pt>
    <dgm:pt modelId="{D35B89D2-9B20-4DA9-B782-5F9FE8BF503E}">
      <dgm:prSet/>
      <dgm:spPr/>
      <dgm:t>
        <a:bodyPr/>
        <a:lstStyle/>
        <a:p>
          <a:r>
            <a:rPr lang="en-US" b="0" i="0"/>
            <a:t>Canteen publishes menu</a:t>
          </a:r>
          <a:endParaRPr lang="en-US"/>
        </a:p>
      </dgm:t>
    </dgm:pt>
    <dgm:pt modelId="{B09E3756-E798-46CD-BEB2-208F3D8FD9D6}" type="parTrans" cxnId="{5CD36B31-71FF-42FA-A4F2-12E05C84AC23}">
      <dgm:prSet/>
      <dgm:spPr/>
      <dgm:t>
        <a:bodyPr/>
        <a:lstStyle/>
        <a:p>
          <a:endParaRPr lang="en-US"/>
        </a:p>
      </dgm:t>
    </dgm:pt>
    <dgm:pt modelId="{E6670341-5EFE-4A08-AD87-35DDDA73A060}" type="sibTrans" cxnId="{5CD36B31-71FF-42FA-A4F2-12E05C84AC23}">
      <dgm:prSet/>
      <dgm:spPr/>
      <dgm:t>
        <a:bodyPr/>
        <a:lstStyle/>
        <a:p>
          <a:endParaRPr lang="en-US"/>
        </a:p>
      </dgm:t>
    </dgm:pt>
    <dgm:pt modelId="{4D26F725-7458-4F53-9DD4-CA8193621468}">
      <dgm:prSet/>
      <dgm:spPr/>
      <dgm:t>
        <a:bodyPr/>
        <a:lstStyle/>
        <a:p>
          <a:r>
            <a:rPr lang="en-US" b="0" i="0"/>
            <a:t>Staff pre-books food</a:t>
          </a:r>
          <a:endParaRPr lang="en-US"/>
        </a:p>
      </dgm:t>
    </dgm:pt>
    <dgm:pt modelId="{EFE84B71-F6E1-490C-967E-E59BB53C32E3}" type="parTrans" cxnId="{BBC1ABA6-FA5A-467D-B705-C780BF916A8E}">
      <dgm:prSet/>
      <dgm:spPr/>
      <dgm:t>
        <a:bodyPr/>
        <a:lstStyle/>
        <a:p>
          <a:endParaRPr lang="en-US"/>
        </a:p>
      </dgm:t>
    </dgm:pt>
    <dgm:pt modelId="{3C9F03C1-231F-457A-A9B7-4042825DF6E0}" type="sibTrans" cxnId="{BBC1ABA6-FA5A-467D-B705-C780BF916A8E}">
      <dgm:prSet/>
      <dgm:spPr/>
      <dgm:t>
        <a:bodyPr/>
        <a:lstStyle/>
        <a:p>
          <a:endParaRPr lang="en-US"/>
        </a:p>
      </dgm:t>
    </dgm:pt>
    <dgm:pt modelId="{0696D3CD-99C0-4F48-9BDE-95B84A66A24B}">
      <dgm:prSet/>
      <dgm:spPr/>
      <dgm:t>
        <a:bodyPr/>
        <a:lstStyle/>
        <a:p>
          <a:r>
            <a:rPr lang="en-US" b="0" i="0"/>
            <a:t>Order processed &amp; billed digitally</a:t>
          </a:r>
          <a:endParaRPr lang="en-US"/>
        </a:p>
      </dgm:t>
    </dgm:pt>
    <dgm:pt modelId="{D7801500-955D-454D-BF67-E5E7D3145C84}" type="parTrans" cxnId="{FAAB35BA-9354-4C71-8FCB-19B4E7791A66}">
      <dgm:prSet/>
      <dgm:spPr/>
      <dgm:t>
        <a:bodyPr/>
        <a:lstStyle/>
        <a:p>
          <a:endParaRPr lang="en-US"/>
        </a:p>
      </dgm:t>
    </dgm:pt>
    <dgm:pt modelId="{DD0BB9C3-21B6-4608-A724-A47E405CECA3}" type="sibTrans" cxnId="{FAAB35BA-9354-4C71-8FCB-19B4E7791A66}">
      <dgm:prSet/>
      <dgm:spPr/>
      <dgm:t>
        <a:bodyPr/>
        <a:lstStyle/>
        <a:p>
          <a:endParaRPr lang="en-US"/>
        </a:p>
      </dgm:t>
    </dgm:pt>
    <dgm:pt modelId="{EB02D496-BEBD-4953-A6F3-E6E5C6E05D01}" type="pres">
      <dgm:prSet presAssocID="{E3221C9E-3402-4ED0-8613-ACEFD76DD91D}" presName="root" presStyleCnt="0">
        <dgm:presLayoutVars>
          <dgm:dir/>
          <dgm:resizeHandles val="exact"/>
        </dgm:presLayoutVars>
      </dgm:prSet>
      <dgm:spPr/>
    </dgm:pt>
    <dgm:pt modelId="{36F17790-A2B6-4FCA-809C-A66D86ECEEF3}" type="pres">
      <dgm:prSet presAssocID="{2D3AD4D3-30B9-400F-9D3E-8B7905960999}" presName="compNode" presStyleCnt="0"/>
      <dgm:spPr/>
    </dgm:pt>
    <dgm:pt modelId="{8BEB613D-12E0-4223-92FA-7B58E4574BFE}" type="pres">
      <dgm:prSet presAssocID="{2D3AD4D3-30B9-400F-9D3E-8B7905960999}" presName="bgRect" presStyleLbl="bgShp" presStyleIdx="0" presStyleCnt="4"/>
      <dgm:spPr/>
    </dgm:pt>
    <dgm:pt modelId="{A32E8893-421D-4485-91D2-FEBB75087798}" type="pres">
      <dgm:prSet presAssocID="{2D3AD4D3-30B9-400F-9D3E-8B790596099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5A63509-2D37-4C1A-B2DA-679F7D4BC23B}" type="pres">
      <dgm:prSet presAssocID="{2D3AD4D3-30B9-400F-9D3E-8B7905960999}" presName="spaceRect" presStyleCnt="0"/>
      <dgm:spPr/>
    </dgm:pt>
    <dgm:pt modelId="{E9E89D02-9684-4B95-BFF4-ED29FC804C5B}" type="pres">
      <dgm:prSet presAssocID="{2D3AD4D3-30B9-400F-9D3E-8B7905960999}" presName="parTx" presStyleLbl="revTx" presStyleIdx="0" presStyleCnt="4">
        <dgm:presLayoutVars>
          <dgm:chMax val="0"/>
          <dgm:chPref val="0"/>
        </dgm:presLayoutVars>
      </dgm:prSet>
      <dgm:spPr/>
    </dgm:pt>
    <dgm:pt modelId="{0CE6E51D-66F3-4FED-A652-491BC72D19C1}" type="pres">
      <dgm:prSet presAssocID="{A18C4BCF-A2D7-42DD-986D-09A1DBF7BA26}" presName="sibTrans" presStyleCnt="0"/>
      <dgm:spPr/>
    </dgm:pt>
    <dgm:pt modelId="{DDC32CBC-CF0F-4A3A-86D2-D68B1ADA2A29}" type="pres">
      <dgm:prSet presAssocID="{D35B89D2-9B20-4DA9-B782-5F9FE8BF503E}" presName="compNode" presStyleCnt="0"/>
      <dgm:spPr/>
    </dgm:pt>
    <dgm:pt modelId="{DB08C4E2-D943-41E8-B6A9-9BE822128DD3}" type="pres">
      <dgm:prSet presAssocID="{D35B89D2-9B20-4DA9-B782-5F9FE8BF503E}" presName="bgRect" presStyleLbl="bgShp" presStyleIdx="1" presStyleCnt="4"/>
      <dgm:spPr/>
    </dgm:pt>
    <dgm:pt modelId="{14A06441-43D3-4DAC-BB19-60EA9714D5EC}" type="pres">
      <dgm:prSet presAssocID="{D35B89D2-9B20-4DA9-B782-5F9FE8BF503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23235AFA-4E5F-4643-A916-3BE43EF569C2}" type="pres">
      <dgm:prSet presAssocID="{D35B89D2-9B20-4DA9-B782-5F9FE8BF503E}" presName="spaceRect" presStyleCnt="0"/>
      <dgm:spPr/>
    </dgm:pt>
    <dgm:pt modelId="{9493AAA4-75B7-4847-9D9B-2E928B852C0D}" type="pres">
      <dgm:prSet presAssocID="{D35B89D2-9B20-4DA9-B782-5F9FE8BF503E}" presName="parTx" presStyleLbl="revTx" presStyleIdx="1" presStyleCnt="4">
        <dgm:presLayoutVars>
          <dgm:chMax val="0"/>
          <dgm:chPref val="0"/>
        </dgm:presLayoutVars>
      </dgm:prSet>
      <dgm:spPr/>
    </dgm:pt>
    <dgm:pt modelId="{7429027D-814A-44A8-B08A-2C5ECDB40EF0}" type="pres">
      <dgm:prSet presAssocID="{E6670341-5EFE-4A08-AD87-35DDDA73A060}" presName="sibTrans" presStyleCnt="0"/>
      <dgm:spPr/>
    </dgm:pt>
    <dgm:pt modelId="{F90896B3-BB33-46B3-BEB1-C2EA52F35ECB}" type="pres">
      <dgm:prSet presAssocID="{4D26F725-7458-4F53-9DD4-CA8193621468}" presName="compNode" presStyleCnt="0"/>
      <dgm:spPr/>
    </dgm:pt>
    <dgm:pt modelId="{6E2BA2DF-6ED2-406C-9FF8-42FEF49D9D4A}" type="pres">
      <dgm:prSet presAssocID="{4D26F725-7458-4F53-9DD4-CA8193621468}" presName="bgRect" presStyleLbl="bgShp" presStyleIdx="2" presStyleCnt="4"/>
      <dgm:spPr/>
    </dgm:pt>
    <dgm:pt modelId="{E06C2E85-12E7-4E5F-9EA0-9C412DA98A61}" type="pres">
      <dgm:prSet presAssocID="{4D26F725-7458-4F53-9DD4-CA819362146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72BF6228-9C08-4ACC-B0D8-23A797B64FA1}" type="pres">
      <dgm:prSet presAssocID="{4D26F725-7458-4F53-9DD4-CA8193621468}" presName="spaceRect" presStyleCnt="0"/>
      <dgm:spPr/>
    </dgm:pt>
    <dgm:pt modelId="{3DF40173-607D-4F49-A7FA-0DC9EA33AE49}" type="pres">
      <dgm:prSet presAssocID="{4D26F725-7458-4F53-9DD4-CA8193621468}" presName="parTx" presStyleLbl="revTx" presStyleIdx="2" presStyleCnt="4">
        <dgm:presLayoutVars>
          <dgm:chMax val="0"/>
          <dgm:chPref val="0"/>
        </dgm:presLayoutVars>
      </dgm:prSet>
      <dgm:spPr/>
    </dgm:pt>
    <dgm:pt modelId="{9E8B200C-B6F7-49D6-B7F1-DA5A8F131354}" type="pres">
      <dgm:prSet presAssocID="{3C9F03C1-231F-457A-A9B7-4042825DF6E0}" presName="sibTrans" presStyleCnt="0"/>
      <dgm:spPr/>
    </dgm:pt>
    <dgm:pt modelId="{674EE0CF-4C9F-40FD-A280-BC01E246E075}" type="pres">
      <dgm:prSet presAssocID="{0696D3CD-99C0-4F48-9BDE-95B84A66A24B}" presName="compNode" presStyleCnt="0"/>
      <dgm:spPr/>
    </dgm:pt>
    <dgm:pt modelId="{ECA0B5EC-4072-4E84-A328-9F14DE2F0CB6}" type="pres">
      <dgm:prSet presAssocID="{0696D3CD-99C0-4F48-9BDE-95B84A66A24B}" presName="bgRect" presStyleLbl="bgShp" presStyleIdx="3" presStyleCnt="4"/>
      <dgm:spPr/>
    </dgm:pt>
    <dgm:pt modelId="{3D1F4078-B7E1-4244-B521-661BD16D039F}" type="pres">
      <dgm:prSet presAssocID="{0696D3CD-99C0-4F48-9BDE-95B84A66A24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FDE6D907-D9DD-41E3-A8D0-48B349487EA8}" type="pres">
      <dgm:prSet presAssocID="{0696D3CD-99C0-4F48-9BDE-95B84A66A24B}" presName="spaceRect" presStyleCnt="0"/>
      <dgm:spPr/>
    </dgm:pt>
    <dgm:pt modelId="{7BCD958F-25B1-4632-8573-58C322784F1A}" type="pres">
      <dgm:prSet presAssocID="{0696D3CD-99C0-4F48-9BDE-95B84A66A24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CD36B31-71FF-42FA-A4F2-12E05C84AC23}" srcId="{E3221C9E-3402-4ED0-8613-ACEFD76DD91D}" destId="{D35B89D2-9B20-4DA9-B782-5F9FE8BF503E}" srcOrd="1" destOrd="0" parTransId="{B09E3756-E798-46CD-BEB2-208F3D8FD9D6}" sibTransId="{E6670341-5EFE-4A08-AD87-35DDDA73A060}"/>
    <dgm:cxn modelId="{8F8C6C34-5CFD-4899-AB42-6C9B32C3DA92}" type="presOf" srcId="{0696D3CD-99C0-4F48-9BDE-95B84A66A24B}" destId="{7BCD958F-25B1-4632-8573-58C322784F1A}" srcOrd="0" destOrd="0" presId="urn:microsoft.com/office/officeart/2018/2/layout/IconVerticalSolidList"/>
    <dgm:cxn modelId="{90803D63-6CEF-46D6-8656-80DACE48D867}" type="presOf" srcId="{2D3AD4D3-30B9-400F-9D3E-8B7905960999}" destId="{E9E89D02-9684-4B95-BFF4-ED29FC804C5B}" srcOrd="0" destOrd="0" presId="urn:microsoft.com/office/officeart/2018/2/layout/IconVerticalSolidList"/>
    <dgm:cxn modelId="{24847852-62C4-44D2-9963-A6A2440E3C9E}" type="presOf" srcId="{E3221C9E-3402-4ED0-8613-ACEFD76DD91D}" destId="{EB02D496-BEBD-4953-A6F3-E6E5C6E05D01}" srcOrd="0" destOrd="0" presId="urn:microsoft.com/office/officeart/2018/2/layout/IconVerticalSolidList"/>
    <dgm:cxn modelId="{43BC6D56-63E9-4704-9CAC-37CEDB5CE410}" srcId="{E3221C9E-3402-4ED0-8613-ACEFD76DD91D}" destId="{2D3AD4D3-30B9-400F-9D3E-8B7905960999}" srcOrd="0" destOrd="0" parTransId="{0CD2F419-2AB5-4124-A665-73F8A4C543FE}" sibTransId="{A18C4BCF-A2D7-42DD-986D-09A1DBF7BA26}"/>
    <dgm:cxn modelId="{BBC1ABA6-FA5A-467D-B705-C780BF916A8E}" srcId="{E3221C9E-3402-4ED0-8613-ACEFD76DD91D}" destId="{4D26F725-7458-4F53-9DD4-CA8193621468}" srcOrd="2" destOrd="0" parTransId="{EFE84B71-F6E1-490C-967E-E59BB53C32E3}" sibTransId="{3C9F03C1-231F-457A-A9B7-4042825DF6E0}"/>
    <dgm:cxn modelId="{FAAB35BA-9354-4C71-8FCB-19B4E7791A66}" srcId="{E3221C9E-3402-4ED0-8613-ACEFD76DD91D}" destId="{0696D3CD-99C0-4F48-9BDE-95B84A66A24B}" srcOrd="3" destOrd="0" parTransId="{D7801500-955D-454D-BF67-E5E7D3145C84}" sibTransId="{DD0BB9C3-21B6-4608-A724-A47E405CECA3}"/>
    <dgm:cxn modelId="{ABC24AC8-4285-437A-A5E2-1D3097A189DE}" type="presOf" srcId="{4D26F725-7458-4F53-9DD4-CA8193621468}" destId="{3DF40173-607D-4F49-A7FA-0DC9EA33AE49}" srcOrd="0" destOrd="0" presId="urn:microsoft.com/office/officeart/2018/2/layout/IconVerticalSolidList"/>
    <dgm:cxn modelId="{EB8F24DF-0E09-4605-9819-33E5E2C0687E}" type="presOf" srcId="{D35B89D2-9B20-4DA9-B782-5F9FE8BF503E}" destId="{9493AAA4-75B7-4847-9D9B-2E928B852C0D}" srcOrd="0" destOrd="0" presId="urn:microsoft.com/office/officeart/2018/2/layout/IconVerticalSolidList"/>
    <dgm:cxn modelId="{7C239F0A-C7D8-44D1-886B-960061241050}" type="presParOf" srcId="{EB02D496-BEBD-4953-A6F3-E6E5C6E05D01}" destId="{36F17790-A2B6-4FCA-809C-A66D86ECEEF3}" srcOrd="0" destOrd="0" presId="urn:microsoft.com/office/officeart/2018/2/layout/IconVerticalSolidList"/>
    <dgm:cxn modelId="{C00DC410-C12C-417C-8544-8C274AA64DB7}" type="presParOf" srcId="{36F17790-A2B6-4FCA-809C-A66D86ECEEF3}" destId="{8BEB613D-12E0-4223-92FA-7B58E4574BFE}" srcOrd="0" destOrd="0" presId="urn:microsoft.com/office/officeart/2018/2/layout/IconVerticalSolidList"/>
    <dgm:cxn modelId="{853E2F2A-28DD-4172-9453-10AB38BF84FF}" type="presParOf" srcId="{36F17790-A2B6-4FCA-809C-A66D86ECEEF3}" destId="{A32E8893-421D-4485-91D2-FEBB75087798}" srcOrd="1" destOrd="0" presId="urn:microsoft.com/office/officeart/2018/2/layout/IconVerticalSolidList"/>
    <dgm:cxn modelId="{6FD55B3B-6F96-4F9F-AFD1-108C95BF652E}" type="presParOf" srcId="{36F17790-A2B6-4FCA-809C-A66D86ECEEF3}" destId="{15A63509-2D37-4C1A-B2DA-679F7D4BC23B}" srcOrd="2" destOrd="0" presId="urn:microsoft.com/office/officeart/2018/2/layout/IconVerticalSolidList"/>
    <dgm:cxn modelId="{0B8B47A1-E634-4368-BCDC-58EA22FCDB2E}" type="presParOf" srcId="{36F17790-A2B6-4FCA-809C-A66D86ECEEF3}" destId="{E9E89D02-9684-4B95-BFF4-ED29FC804C5B}" srcOrd="3" destOrd="0" presId="urn:microsoft.com/office/officeart/2018/2/layout/IconVerticalSolidList"/>
    <dgm:cxn modelId="{6F9C14FF-94D0-4079-817F-53BA141A869A}" type="presParOf" srcId="{EB02D496-BEBD-4953-A6F3-E6E5C6E05D01}" destId="{0CE6E51D-66F3-4FED-A652-491BC72D19C1}" srcOrd="1" destOrd="0" presId="urn:microsoft.com/office/officeart/2018/2/layout/IconVerticalSolidList"/>
    <dgm:cxn modelId="{22891AD6-B998-4085-86B1-3B332A4FC35B}" type="presParOf" srcId="{EB02D496-BEBD-4953-A6F3-E6E5C6E05D01}" destId="{DDC32CBC-CF0F-4A3A-86D2-D68B1ADA2A29}" srcOrd="2" destOrd="0" presId="urn:microsoft.com/office/officeart/2018/2/layout/IconVerticalSolidList"/>
    <dgm:cxn modelId="{2E7494C9-7132-40A0-801C-2221C961C727}" type="presParOf" srcId="{DDC32CBC-CF0F-4A3A-86D2-D68B1ADA2A29}" destId="{DB08C4E2-D943-41E8-B6A9-9BE822128DD3}" srcOrd="0" destOrd="0" presId="urn:microsoft.com/office/officeart/2018/2/layout/IconVerticalSolidList"/>
    <dgm:cxn modelId="{5E4BF466-51B4-4811-868E-C6088336A3F5}" type="presParOf" srcId="{DDC32CBC-CF0F-4A3A-86D2-D68B1ADA2A29}" destId="{14A06441-43D3-4DAC-BB19-60EA9714D5EC}" srcOrd="1" destOrd="0" presId="urn:microsoft.com/office/officeart/2018/2/layout/IconVerticalSolidList"/>
    <dgm:cxn modelId="{1F7EE66F-9854-41B1-A602-33D11024195D}" type="presParOf" srcId="{DDC32CBC-CF0F-4A3A-86D2-D68B1ADA2A29}" destId="{23235AFA-4E5F-4643-A916-3BE43EF569C2}" srcOrd="2" destOrd="0" presId="urn:microsoft.com/office/officeart/2018/2/layout/IconVerticalSolidList"/>
    <dgm:cxn modelId="{7BC015B5-E229-4F28-983B-DBE0FFCEF11B}" type="presParOf" srcId="{DDC32CBC-CF0F-4A3A-86D2-D68B1ADA2A29}" destId="{9493AAA4-75B7-4847-9D9B-2E928B852C0D}" srcOrd="3" destOrd="0" presId="urn:microsoft.com/office/officeart/2018/2/layout/IconVerticalSolidList"/>
    <dgm:cxn modelId="{B1FFF856-D7C8-45E5-995F-6EF518A3DAA4}" type="presParOf" srcId="{EB02D496-BEBD-4953-A6F3-E6E5C6E05D01}" destId="{7429027D-814A-44A8-B08A-2C5ECDB40EF0}" srcOrd="3" destOrd="0" presId="urn:microsoft.com/office/officeart/2018/2/layout/IconVerticalSolidList"/>
    <dgm:cxn modelId="{460FF872-C2E9-41C8-9A0C-12818DD72D67}" type="presParOf" srcId="{EB02D496-BEBD-4953-A6F3-E6E5C6E05D01}" destId="{F90896B3-BB33-46B3-BEB1-C2EA52F35ECB}" srcOrd="4" destOrd="0" presId="urn:microsoft.com/office/officeart/2018/2/layout/IconVerticalSolidList"/>
    <dgm:cxn modelId="{1A321180-1FF6-40E9-81B7-E4A69F19658F}" type="presParOf" srcId="{F90896B3-BB33-46B3-BEB1-C2EA52F35ECB}" destId="{6E2BA2DF-6ED2-406C-9FF8-42FEF49D9D4A}" srcOrd="0" destOrd="0" presId="urn:microsoft.com/office/officeart/2018/2/layout/IconVerticalSolidList"/>
    <dgm:cxn modelId="{1125CEEC-6AAA-4C78-A5D7-FDFBFA87AC1E}" type="presParOf" srcId="{F90896B3-BB33-46B3-BEB1-C2EA52F35ECB}" destId="{E06C2E85-12E7-4E5F-9EA0-9C412DA98A61}" srcOrd="1" destOrd="0" presId="urn:microsoft.com/office/officeart/2018/2/layout/IconVerticalSolidList"/>
    <dgm:cxn modelId="{92A17FC6-0168-43C2-A572-E948336C08EE}" type="presParOf" srcId="{F90896B3-BB33-46B3-BEB1-C2EA52F35ECB}" destId="{72BF6228-9C08-4ACC-B0D8-23A797B64FA1}" srcOrd="2" destOrd="0" presId="urn:microsoft.com/office/officeart/2018/2/layout/IconVerticalSolidList"/>
    <dgm:cxn modelId="{C304D574-F8FE-4CFB-80F7-3B8A175F4730}" type="presParOf" srcId="{F90896B3-BB33-46B3-BEB1-C2EA52F35ECB}" destId="{3DF40173-607D-4F49-A7FA-0DC9EA33AE49}" srcOrd="3" destOrd="0" presId="urn:microsoft.com/office/officeart/2018/2/layout/IconVerticalSolidList"/>
    <dgm:cxn modelId="{E739F5F9-ED34-4ED1-A1ED-F2BA8C66F998}" type="presParOf" srcId="{EB02D496-BEBD-4953-A6F3-E6E5C6E05D01}" destId="{9E8B200C-B6F7-49D6-B7F1-DA5A8F131354}" srcOrd="5" destOrd="0" presId="urn:microsoft.com/office/officeart/2018/2/layout/IconVerticalSolidList"/>
    <dgm:cxn modelId="{2CF66B63-D671-473A-B60F-5B87EFAD3CB3}" type="presParOf" srcId="{EB02D496-BEBD-4953-A6F3-E6E5C6E05D01}" destId="{674EE0CF-4C9F-40FD-A280-BC01E246E075}" srcOrd="6" destOrd="0" presId="urn:microsoft.com/office/officeart/2018/2/layout/IconVerticalSolidList"/>
    <dgm:cxn modelId="{210C092E-1795-4BD9-9787-CD1BBD5F56FA}" type="presParOf" srcId="{674EE0CF-4C9F-40FD-A280-BC01E246E075}" destId="{ECA0B5EC-4072-4E84-A328-9F14DE2F0CB6}" srcOrd="0" destOrd="0" presId="urn:microsoft.com/office/officeart/2018/2/layout/IconVerticalSolidList"/>
    <dgm:cxn modelId="{E3ED3203-51DC-4BB3-B210-0647CDA47226}" type="presParOf" srcId="{674EE0CF-4C9F-40FD-A280-BC01E246E075}" destId="{3D1F4078-B7E1-4244-B521-661BD16D039F}" srcOrd="1" destOrd="0" presId="urn:microsoft.com/office/officeart/2018/2/layout/IconVerticalSolidList"/>
    <dgm:cxn modelId="{FA37CD0E-F436-4699-B6ED-2CE2F64EB6F8}" type="presParOf" srcId="{674EE0CF-4C9F-40FD-A280-BC01E246E075}" destId="{FDE6D907-D9DD-41E3-A8D0-48B349487EA8}" srcOrd="2" destOrd="0" presId="urn:microsoft.com/office/officeart/2018/2/layout/IconVerticalSolidList"/>
    <dgm:cxn modelId="{D256046C-BAEC-4264-A138-3250E5971C45}" type="presParOf" srcId="{674EE0CF-4C9F-40FD-A280-BC01E246E075}" destId="{7BCD958F-25B1-4632-8573-58C322784F1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86E13CF-830F-4780-B77E-5BAACC1AA2C0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C8E973E-A750-4A0F-8B56-9DDA648FA8C0}">
      <dgm:prSet/>
      <dgm:spPr/>
      <dgm:t>
        <a:bodyPr/>
        <a:lstStyle/>
        <a:p>
          <a:r>
            <a:rPr lang="en-US" b="0" i="0"/>
            <a:t>Approval for MVP development</a:t>
          </a:r>
          <a:endParaRPr lang="en-US"/>
        </a:p>
      </dgm:t>
    </dgm:pt>
    <dgm:pt modelId="{09604FA2-FFA5-4009-BB18-20936C741EE9}" type="parTrans" cxnId="{82F3AB44-3C47-4B82-B655-931DD6CEB44D}">
      <dgm:prSet/>
      <dgm:spPr/>
      <dgm:t>
        <a:bodyPr/>
        <a:lstStyle/>
        <a:p>
          <a:endParaRPr lang="en-US"/>
        </a:p>
      </dgm:t>
    </dgm:pt>
    <dgm:pt modelId="{A59C151A-ABAC-49D0-8E05-A7088EC8F418}" type="sibTrans" cxnId="{82F3AB44-3C47-4B82-B655-931DD6CEB44D}">
      <dgm:prSet/>
      <dgm:spPr/>
      <dgm:t>
        <a:bodyPr/>
        <a:lstStyle/>
        <a:p>
          <a:endParaRPr lang="en-US"/>
        </a:p>
      </dgm:t>
    </dgm:pt>
    <dgm:pt modelId="{E1D2C67F-A0B5-4F87-8095-F4B8C134AA1D}">
      <dgm:prSet/>
      <dgm:spPr/>
      <dgm:t>
        <a:bodyPr/>
        <a:lstStyle/>
        <a:p>
          <a:r>
            <a:rPr lang="en-US" b="0" i="0"/>
            <a:t>Proceed with timeline &amp; implementation</a:t>
          </a:r>
          <a:endParaRPr lang="en-US"/>
        </a:p>
      </dgm:t>
    </dgm:pt>
    <dgm:pt modelId="{0FE6C253-5A89-4BA5-88A4-F9E4D072C70E}" type="parTrans" cxnId="{C7048D6E-1E3A-4526-988B-49CB53D00327}">
      <dgm:prSet/>
      <dgm:spPr/>
      <dgm:t>
        <a:bodyPr/>
        <a:lstStyle/>
        <a:p>
          <a:endParaRPr lang="en-US"/>
        </a:p>
      </dgm:t>
    </dgm:pt>
    <dgm:pt modelId="{B010D18B-7AA0-4302-B4EF-E43BFA7AE887}" type="sibTrans" cxnId="{C7048D6E-1E3A-4526-988B-49CB53D00327}">
      <dgm:prSet/>
      <dgm:spPr/>
      <dgm:t>
        <a:bodyPr/>
        <a:lstStyle/>
        <a:p>
          <a:endParaRPr lang="en-US"/>
        </a:p>
      </dgm:t>
    </dgm:pt>
    <dgm:pt modelId="{BF1751C4-9920-412D-8D84-7B7F195849E6}">
      <dgm:prSet/>
      <dgm:spPr/>
      <dgm:t>
        <a:bodyPr/>
        <a:lstStyle/>
        <a:p>
          <a:r>
            <a:rPr lang="en-US" b="0" i="0"/>
            <a:t>Start phased execution</a:t>
          </a:r>
          <a:endParaRPr lang="en-US"/>
        </a:p>
      </dgm:t>
    </dgm:pt>
    <dgm:pt modelId="{25060FC4-C704-43F7-946F-4297B5D991DF}" type="parTrans" cxnId="{83DADCF6-C83D-4AD8-A134-E0C85D452020}">
      <dgm:prSet/>
      <dgm:spPr/>
      <dgm:t>
        <a:bodyPr/>
        <a:lstStyle/>
        <a:p>
          <a:endParaRPr lang="en-US"/>
        </a:p>
      </dgm:t>
    </dgm:pt>
    <dgm:pt modelId="{B37E88C9-6F79-4208-8D2E-A5496197283E}" type="sibTrans" cxnId="{83DADCF6-C83D-4AD8-A134-E0C85D452020}">
      <dgm:prSet/>
      <dgm:spPr/>
      <dgm:t>
        <a:bodyPr/>
        <a:lstStyle/>
        <a:p>
          <a:endParaRPr lang="en-US"/>
        </a:p>
      </dgm:t>
    </dgm:pt>
    <dgm:pt modelId="{C1DAB43E-8BAB-4789-BE18-C8863FA24807}" type="pres">
      <dgm:prSet presAssocID="{486E13CF-830F-4780-B77E-5BAACC1AA2C0}" presName="diagram" presStyleCnt="0">
        <dgm:presLayoutVars>
          <dgm:dir/>
          <dgm:resizeHandles val="exact"/>
        </dgm:presLayoutVars>
      </dgm:prSet>
      <dgm:spPr/>
    </dgm:pt>
    <dgm:pt modelId="{DD88E097-BE87-4511-ABE8-F9F094614ECF}" type="pres">
      <dgm:prSet presAssocID="{0C8E973E-A750-4A0F-8B56-9DDA648FA8C0}" presName="node" presStyleLbl="node1" presStyleIdx="0" presStyleCnt="3">
        <dgm:presLayoutVars>
          <dgm:bulletEnabled val="1"/>
        </dgm:presLayoutVars>
      </dgm:prSet>
      <dgm:spPr/>
    </dgm:pt>
    <dgm:pt modelId="{8D9E5AA6-A942-4121-9FB5-FB0058D6DB54}" type="pres">
      <dgm:prSet presAssocID="{A59C151A-ABAC-49D0-8E05-A7088EC8F418}" presName="sibTrans" presStyleLbl="sibTrans2D1" presStyleIdx="0" presStyleCnt="2"/>
      <dgm:spPr/>
    </dgm:pt>
    <dgm:pt modelId="{61BF870D-1631-4397-A160-6D6C5367AC89}" type="pres">
      <dgm:prSet presAssocID="{A59C151A-ABAC-49D0-8E05-A7088EC8F418}" presName="connectorText" presStyleLbl="sibTrans2D1" presStyleIdx="0" presStyleCnt="2"/>
      <dgm:spPr/>
    </dgm:pt>
    <dgm:pt modelId="{3FB8E79E-BB34-41FC-8685-66DE6A4AA321}" type="pres">
      <dgm:prSet presAssocID="{E1D2C67F-A0B5-4F87-8095-F4B8C134AA1D}" presName="node" presStyleLbl="node1" presStyleIdx="1" presStyleCnt="3">
        <dgm:presLayoutVars>
          <dgm:bulletEnabled val="1"/>
        </dgm:presLayoutVars>
      </dgm:prSet>
      <dgm:spPr/>
    </dgm:pt>
    <dgm:pt modelId="{69FA0DE3-097C-47A5-A6D4-275AD2CB9E70}" type="pres">
      <dgm:prSet presAssocID="{B010D18B-7AA0-4302-B4EF-E43BFA7AE887}" presName="sibTrans" presStyleLbl="sibTrans2D1" presStyleIdx="1" presStyleCnt="2"/>
      <dgm:spPr/>
    </dgm:pt>
    <dgm:pt modelId="{D18E32EC-62BB-4931-923F-D94E4B489B5A}" type="pres">
      <dgm:prSet presAssocID="{B010D18B-7AA0-4302-B4EF-E43BFA7AE887}" presName="connectorText" presStyleLbl="sibTrans2D1" presStyleIdx="1" presStyleCnt="2"/>
      <dgm:spPr/>
    </dgm:pt>
    <dgm:pt modelId="{064FC7FE-ED44-479D-98AD-E5D1C41A856E}" type="pres">
      <dgm:prSet presAssocID="{BF1751C4-9920-412D-8D84-7B7F195849E6}" presName="node" presStyleLbl="node1" presStyleIdx="2" presStyleCnt="3">
        <dgm:presLayoutVars>
          <dgm:bulletEnabled val="1"/>
        </dgm:presLayoutVars>
      </dgm:prSet>
      <dgm:spPr/>
    </dgm:pt>
  </dgm:ptLst>
  <dgm:cxnLst>
    <dgm:cxn modelId="{A66FB91B-9B24-4C06-BC0E-59BFB59BBB27}" type="presOf" srcId="{B010D18B-7AA0-4302-B4EF-E43BFA7AE887}" destId="{69FA0DE3-097C-47A5-A6D4-275AD2CB9E70}" srcOrd="0" destOrd="0" presId="urn:microsoft.com/office/officeart/2005/8/layout/process5"/>
    <dgm:cxn modelId="{71C4DF24-2174-4CA1-9F02-076B594E40C1}" type="presOf" srcId="{E1D2C67F-A0B5-4F87-8095-F4B8C134AA1D}" destId="{3FB8E79E-BB34-41FC-8685-66DE6A4AA321}" srcOrd="0" destOrd="0" presId="urn:microsoft.com/office/officeart/2005/8/layout/process5"/>
    <dgm:cxn modelId="{21417B29-1B81-40E1-B009-087B43C6D9D8}" type="presOf" srcId="{BF1751C4-9920-412D-8D84-7B7F195849E6}" destId="{064FC7FE-ED44-479D-98AD-E5D1C41A856E}" srcOrd="0" destOrd="0" presId="urn:microsoft.com/office/officeart/2005/8/layout/process5"/>
    <dgm:cxn modelId="{82F3AB44-3C47-4B82-B655-931DD6CEB44D}" srcId="{486E13CF-830F-4780-B77E-5BAACC1AA2C0}" destId="{0C8E973E-A750-4A0F-8B56-9DDA648FA8C0}" srcOrd="0" destOrd="0" parTransId="{09604FA2-FFA5-4009-BB18-20936C741EE9}" sibTransId="{A59C151A-ABAC-49D0-8E05-A7088EC8F418}"/>
    <dgm:cxn modelId="{29BD076A-CB06-405A-B3C6-21CC501E75BF}" type="presOf" srcId="{486E13CF-830F-4780-B77E-5BAACC1AA2C0}" destId="{C1DAB43E-8BAB-4789-BE18-C8863FA24807}" srcOrd="0" destOrd="0" presId="urn:microsoft.com/office/officeart/2005/8/layout/process5"/>
    <dgm:cxn modelId="{C7048D6E-1E3A-4526-988B-49CB53D00327}" srcId="{486E13CF-830F-4780-B77E-5BAACC1AA2C0}" destId="{E1D2C67F-A0B5-4F87-8095-F4B8C134AA1D}" srcOrd="1" destOrd="0" parTransId="{0FE6C253-5A89-4BA5-88A4-F9E4D072C70E}" sibTransId="{B010D18B-7AA0-4302-B4EF-E43BFA7AE887}"/>
    <dgm:cxn modelId="{8DAF207D-C85E-4EEB-9C20-7944FF1844B9}" type="presOf" srcId="{0C8E973E-A750-4A0F-8B56-9DDA648FA8C0}" destId="{DD88E097-BE87-4511-ABE8-F9F094614ECF}" srcOrd="0" destOrd="0" presId="urn:microsoft.com/office/officeart/2005/8/layout/process5"/>
    <dgm:cxn modelId="{371EEE88-8D09-450D-9CD9-D8D77D96852B}" type="presOf" srcId="{A59C151A-ABAC-49D0-8E05-A7088EC8F418}" destId="{8D9E5AA6-A942-4121-9FB5-FB0058D6DB54}" srcOrd="0" destOrd="0" presId="urn:microsoft.com/office/officeart/2005/8/layout/process5"/>
    <dgm:cxn modelId="{DDD96695-E5CB-4A14-8F28-6DE6A0873A97}" type="presOf" srcId="{A59C151A-ABAC-49D0-8E05-A7088EC8F418}" destId="{61BF870D-1631-4397-A160-6D6C5367AC89}" srcOrd="1" destOrd="0" presId="urn:microsoft.com/office/officeart/2005/8/layout/process5"/>
    <dgm:cxn modelId="{A0CCCDC0-B2D6-448F-8C6C-D578715EAB6D}" type="presOf" srcId="{B010D18B-7AA0-4302-B4EF-E43BFA7AE887}" destId="{D18E32EC-62BB-4931-923F-D94E4B489B5A}" srcOrd="1" destOrd="0" presId="urn:microsoft.com/office/officeart/2005/8/layout/process5"/>
    <dgm:cxn modelId="{83DADCF6-C83D-4AD8-A134-E0C85D452020}" srcId="{486E13CF-830F-4780-B77E-5BAACC1AA2C0}" destId="{BF1751C4-9920-412D-8D84-7B7F195849E6}" srcOrd="2" destOrd="0" parTransId="{25060FC4-C704-43F7-946F-4297B5D991DF}" sibTransId="{B37E88C9-6F79-4208-8D2E-A5496197283E}"/>
    <dgm:cxn modelId="{E797E936-92E7-49B6-B28F-C8BF93B46258}" type="presParOf" srcId="{C1DAB43E-8BAB-4789-BE18-C8863FA24807}" destId="{DD88E097-BE87-4511-ABE8-F9F094614ECF}" srcOrd="0" destOrd="0" presId="urn:microsoft.com/office/officeart/2005/8/layout/process5"/>
    <dgm:cxn modelId="{A2CADB97-835A-4081-9D60-7BAF917B1E0F}" type="presParOf" srcId="{C1DAB43E-8BAB-4789-BE18-C8863FA24807}" destId="{8D9E5AA6-A942-4121-9FB5-FB0058D6DB54}" srcOrd="1" destOrd="0" presId="urn:microsoft.com/office/officeart/2005/8/layout/process5"/>
    <dgm:cxn modelId="{6EC0157A-96D1-45D3-ACC9-DEFBE14C6252}" type="presParOf" srcId="{8D9E5AA6-A942-4121-9FB5-FB0058D6DB54}" destId="{61BF870D-1631-4397-A160-6D6C5367AC89}" srcOrd="0" destOrd="0" presId="urn:microsoft.com/office/officeart/2005/8/layout/process5"/>
    <dgm:cxn modelId="{EF51BB76-3666-45DC-A86C-F1CABFA9D621}" type="presParOf" srcId="{C1DAB43E-8BAB-4789-BE18-C8863FA24807}" destId="{3FB8E79E-BB34-41FC-8685-66DE6A4AA321}" srcOrd="2" destOrd="0" presId="urn:microsoft.com/office/officeart/2005/8/layout/process5"/>
    <dgm:cxn modelId="{34EF994A-3117-4C5E-898A-A23467E90812}" type="presParOf" srcId="{C1DAB43E-8BAB-4789-BE18-C8863FA24807}" destId="{69FA0DE3-097C-47A5-A6D4-275AD2CB9E70}" srcOrd="3" destOrd="0" presId="urn:microsoft.com/office/officeart/2005/8/layout/process5"/>
    <dgm:cxn modelId="{219BEED8-100E-4CE4-8767-CBA140E332EA}" type="presParOf" srcId="{69FA0DE3-097C-47A5-A6D4-275AD2CB9E70}" destId="{D18E32EC-62BB-4931-923F-D94E4B489B5A}" srcOrd="0" destOrd="0" presId="urn:microsoft.com/office/officeart/2005/8/layout/process5"/>
    <dgm:cxn modelId="{EF1FD1F1-42D9-499D-BFE2-A623447E9116}" type="presParOf" srcId="{C1DAB43E-8BAB-4789-BE18-C8863FA24807}" destId="{064FC7FE-ED44-479D-98AD-E5D1C41A856E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D2BF6F-006C-4F9A-9E64-A75887F66FB9}">
      <dsp:nvSpPr>
        <dsp:cNvPr id="0" name=""/>
        <dsp:cNvSpPr/>
      </dsp:nvSpPr>
      <dsp:spPr>
        <a:xfrm>
          <a:off x="881" y="397917"/>
          <a:ext cx="3093117" cy="1964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025C6F-A500-4EDE-9802-B1E13819D037}">
      <dsp:nvSpPr>
        <dsp:cNvPr id="0" name=""/>
        <dsp:cNvSpPr/>
      </dsp:nvSpPr>
      <dsp:spPr>
        <a:xfrm>
          <a:off x="344560" y="724413"/>
          <a:ext cx="3093117" cy="1964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Proposal for Digital Canteen Solution</a:t>
          </a:r>
          <a:endParaRPr lang="en-US" sz="2900" kern="1200"/>
        </a:p>
      </dsp:txBody>
      <dsp:txXfrm>
        <a:off x="402087" y="781940"/>
        <a:ext cx="2978063" cy="1849075"/>
      </dsp:txXfrm>
    </dsp:sp>
    <dsp:sp modelId="{DA95D405-0E4B-42B0-B16F-F12E4478BC23}">
      <dsp:nvSpPr>
        <dsp:cNvPr id="0" name=""/>
        <dsp:cNvSpPr/>
      </dsp:nvSpPr>
      <dsp:spPr>
        <a:xfrm>
          <a:off x="3781358" y="397917"/>
          <a:ext cx="3093117" cy="1964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7E077-D54F-4878-BE02-828A1E717E35}">
      <dsp:nvSpPr>
        <dsp:cNvPr id="0" name=""/>
        <dsp:cNvSpPr/>
      </dsp:nvSpPr>
      <dsp:spPr>
        <a:xfrm>
          <a:off x="4125038" y="724413"/>
          <a:ext cx="3093117" cy="19641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Presented by Santosh Meher</a:t>
          </a:r>
          <a:endParaRPr lang="en-US" sz="2900" kern="1200"/>
        </a:p>
      </dsp:txBody>
      <dsp:txXfrm>
        <a:off x="4182565" y="781940"/>
        <a:ext cx="2978063" cy="18490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2ACCD8-3BEA-4786-9655-8A5FB133928E}">
      <dsp:nvSpPr>
        <dsp:cNvPr id="0" name=""/>
        <dsp:cNvSpPr/>
      </dsp:nvSpPr>
      <dsp:spPr>
        <a:xfrm>
          <a:off x="446018" y="328230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36A298-5B47-45DE-92C2-E2E4A4699E62}">
      <dsp:nvSpPr>
        <dsp:cNvPr id="0" name=""/>
        <dsp:cNvSpPr/>
      </dsp:nvSpPr>
      <dsp:spPr>
        <a:xfrm>
          <a:off x="723893" y="606105"/>
          <a:ext cx="748125" cy="748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0DB43C-2F4D-4E42-8EBD-04C71E294221}">
      <dsp:nvSpPr>
        <dsp:cNvPr id="0" name=""/>
        <dsp:cNvSpPr/>
      </dsp:nvSpPr>
      <dsp:spPr>
        <a:xfrm>
          <a:off x="29205" y="2038230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/>
            <a:t>Digitize canteen operations</a:t>
          </a:r>
          <a:endParaRPr lang="en-US" sz="1600" kern="1200"/>
        </a:p>
      </dsp:txBody>
      <dsp:txXfrm>
        <a:off x="29205" y="2038230"/>
        <a:ext cx="2137500" cy="720000"/>
      </dsp:txXfrm>
    </dsp:sp>
    <dsp:sp modelId="{00E68D77-E4E1-4BA7-8096-812844C4E261}">
      <dsp:nvSpPr>
        <dsp:cNvPr id="0" name=""/>
        <dsp:cNvSpPr/>
      </dsp:nvSpPr>
      <dsp:spPr>
        <a:xfrm>
          <a:off x="2957581" y="328230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FFB798-2447-4A7E-A030-671AD688D43E}">
      <dsp:nvSpPr>
        <dsp:cNvPr id="0" name=""/>
        <dsp:cNvSpPr/>
      </dsp:nvSpPr>
      <dsp:spPr>
        <a:xfrm>
          <a:off x="3235456" y="606105"/>
          <a:ext cx="748125" cy="748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521535-D21B-4E44-8A35-A566957350FA}">
      <dsp:nvSpPr>
        <dsp:cNvPr id="0" name=""/>
        <dsp:cNvSpPr/>
      </dsp:nvSpPr>
      <dsp:spPr>
        <a:xfrm>
          <a:off x="2540768" y="2038230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/>
            <a:t>Enable pre-booking using credits</a:t>
          </a:r>
          <a:endParaRPr lang="en-US" sz="1600" kern="1200"/>
        </a:p>
      </dsp:txBody>
      <dsp:txXfrm>
        <a:off x="2540768" y="2038230"/>
        <a:ext cx="2137500" cy="720000"/>
      </dsp:txXfrm>
    </dsp:sp>
    <dsp:sp modelId="{6E38D179-11D0-41B2-BC9A-C89401DB94ED}">
      <dsp:nvSpPr>
        <dsp:cNvPr id="0" name=""/>
        <dsp:cNvSpPr/>
      </dsp:nvSpPr>
      <dsp:spPr>
        <a:xfrm>
          <a:off x="5469143" y="328230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C439A3-0D25-4986-A4FD-E3A9619AD502}">
      <dsp:nvSpPr>
        <dsp:cNvPr id="0" name=""/>
        <dsp:cNvSpPr/>
      </dsp:nvSpPr>
      <dsp:spPr>
        <a:xfrm>
          <a:off x="5747018" y="606105"/>
          <a:ext cx="748125" cy="748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0E389A-AA1D-4652-B714-EA57DC701C77}">
      <dsp:nvSpPr>
        <dsp:cNvPr id="0" name=""/>
        <dsp:cNvSpPr/>
      </dsp:nvSpPr>
      <dsp:spPr>
        <a:xfrm>
          <a:off x="5052331" y="2038230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/>
            <a:t>Improve efficiency for HR, staff, and canteen</a:t>
          </a:r>
          <a:endParaRPr lang="en-US" sz="1600" kern="1200"/>
        </a:p>
      </dsp:txBody>
      <dsp:txXfrm>
        <a:off x="5052331" y="2038230"/>
        <a:ext cx="21375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BDCC24-7AF0-467F-828A-52BEBCD0016F}">
      <dsp:nvSpPr>
        <dsp:cNvPr id="0" name=""/>
        <dsp:cNvSpPr/>
      </dsp:nvSpPr>
      <dsp:spPr>
        <a:xfrm>
          <a:off x="155020" y="366215"/>
          <a:ext cx="914666" cy="91466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BF9DAB-8C0B-4DE2-B0C6-8AF369D046C8}">
      <dsp:nvSpPr>
        <dsp:cNvPr id="0" name=""/>
        <dsp:cNvSpPr/>
      </dsp:nvSpPr>
      <dsp:spPr>
        <a:xfrm>
          <a:off x="347100" y="558295"/>
          <a:ext cx="530506" cy="5305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01D71A-BAC1-4CE7-8500-B4E341CCFE82}">
      <dsp:nvSpPr>
        <dsp:cNvPr id="0" name=""/>
        <dsp:cNvSpPr/>
      </dsp:nvSpPr>
      <dsp:spPr>
        <a:xfrm>
          <a:off x="1265686" y="366215"/>
          <a:ext cx="2155998" cy="914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Manual coupon system</a:t>
          </a:r>
          <a:endParaRPr lang="en-US" sz="2300" kern="1200"/>
        </a:p>
      </dsp:txBody>
      <dsp:txXfrm>
        <a:off x="1265686" y="366215"/>
        <a:ext cx="2155998" cy="914666"/>
      </dsp:txXfrm>
    </dsp:sp>
    <dsp:sp modelId="{F471EA86-9D0C-4B6F-9457-84D18DCC6E87}">
      <dsp:nvSpPr>
        <dsp:cNvPr id="0" name=""/>
        <dsp:cNvSpPr/>
      </dsp:nvSpPr>
      <dsp:spPr>
        <a:xfrm>
          <a:off x="3797351" y="366215"/>
          <a:ext cx="914666" cy="91466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8E8CB0-99B7-4584-AA7A-9E00F736B47E}">
      <dsp:nvSpPr>
        <dsp:cNvPr id="0" name=""/>
        <dsp:cNvSpPr/>
      </dsp:nvSpPr>
      <dsp:spPr>
        <a:xfrm>
          <a:off x="3989431" y="558295"/>
          <a:ext cx="530506" cy="5305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C75721-4AE2-4A82-BC24-8D46C28C9703}">
      <dsp:nvSpPr>
        <dsp:cNvPr id="0" name=""/>
        <dsp:cNvSpPr/>
      </dsp:nvSpPr>
      <dsp:spPr>
        <a:xfrm>
          <a:off x="4908017" y="366215"/>
          <a:ext cx="2155998" cy="914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Queue waiting time</a:t>
          </a:r>
          <a:endParaRPr lang="en-US" sz="2300" kern="1200"/>
        </a:p>
      </dsp:txBody>
      <dsp:txXfrm>
        <a:off x="4908017" y="366215"/>
        <a:ext cx="2155998" cy="914666"/>
      </dsp:txXfrm>
    </dsp:sp>
    <dsp:sp modelId="{8BC82947-AB3F-40A7-9E02-AEAB8B671B1C}">
      <dsp:nvSpPr>
        <dsp:cNvPr id="0" name=""/>
        <dsp:cNvSpPr/>
      </dsp:nvSpPr>
      <dsp:spPr>
        <a:xfrm>
          <a:off x="155020" y="1805579"/>
          <a:ext cx="914666" cy="91466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2666B5-4210-476C-9526-49788A23655E}">
      <dsp:nvSpPr>
        <dsp:cNvPr id="0" name=""/>
        <dsp:cNvSpPr/>
      </dsp:nvSpPr>
      <dsp:spPr>
        <a:xfrm>
          <a:off x="347100" y="1997659"/>
          <a:ext cx="530506" cy="5305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E10640-22BF-410A-AE3B-4B960E0B86E4}">
      <dsp:nvSpPr>
        <dsp:cNvPr id="0" name=""/>
        <dsp:cNvSpPr/>
      </dsp:nvSpPr>
      <dsp:spPr>
        <a:xfrm>
          <a:off x="1265686" y="1805579"/>
          <a:ext cx="2155998" cy="914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Lack of visibility &amp; control</a:t>
          </a:r>
          <a:endParaRPr lang="en-US" sz="2300" kern="1200"/>
        </a:p>
      </dsp:txBody>
      <dsp:txXfrm>
        <a:off x="1265686" y="1805579"/>
        <a:ext cx="2155998" cy="914666"/>
      </dsp:txXfrm>
    </dsp:sp>
    <dsp:sp modelId="{0E97F854-1B5A-4013-AF4C-92820DBFA272}">
      <dsp:nvSpPr>
        <dsp:cNvPr id="0" name=""/>
        <dsp:cNvSpPr/>
      </dsp:nvSpPr>
      <dsp:spPr>
        <a:xfrm>
          <a:off x="3797351" y="1805579"/>
          <a:ext cx="914666" cy="91466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FAC670-1A7E-4C15-BF4F-95CFFABEB181}">
      <dsp:nvSpPr>
        <dsp:cNvPr id="0" name=""/>
        <dsp:cNvSpPr/>
      </dsp:nvSpPr>
      <dsp:spPr>
        <a:xfrm>
          <a:off x="3989431" y="1997659"/>
          <a:ext cx="530506" cy="5305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16F922-5571-40A2-9BC4-89534DC5CDC6}">
      <dsp:nvSpPr>
        <dsp:cNvPr id="0" name=""/>
        <dsp:cNvSpPr/>
      </dsp:nvSpPr>
      <dsp:spPr>
        <a:xfrm>
          <a:off x="4908017" y="1805579"/>
          <a:ext cx="2155998" cy="914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Operational inefficiencies</a:t>
          </a:r>
          <a:endParaRPr lang="en-US" sz="2300" kern="1200"/>
        </a:p>
      </dsp:txBody>
      <dsp:txXfrm>
        <a:off x="4908017" y="1805579"/>
        <a:ext cx="2155998" cy="9146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C8A932-9EA7-4DEA-A349-8BE2D36CC3CC}">
      <dsp:nvSpPr>
        <dsp:cNvPr id="0" name=""/>
        <dsp:cNvSpPr/>
      </dsp:nvSpPr>
      <dsp:spPr>
        <a:xfrm>
          <a:off x="313228" y="586628"/>
          <a:ext cx="972544" cy="972544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3C85CE-D244-4533-8BBC-2A3B44FE18D1}">
      <dsp:nvSpPr>
        <dsp:cNvPr id="0" name=""/>
        <dsp:cNvSpPr/>
      </dsp:nvSpPr>
      <dsp:spPr>
        <a:xfrm>
          <a:off x="520492" y="793892"/>
          <a:ext cx="558017" cy="5580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1C3420-D18C-407D-B590-D897AD53E33C}">
      <dsp:nvSpPr>
        <dsp:cNvPr id="0" name=""/>
        <dsp:cNvSpPr/>
      </dsp:nvSpPr>
      <dsp:spPr>
        <a:xfrm>
          <a:off x="2333" y="1862097"/>
          <a:ext cx="1594335" cy="63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/>
            <a:t>Mobile app for staff ordering</a:t>
          </a:r>
          <a:endParaRPr lang="en-US" sz="1500" kern="1200"/>
        </a:p>
      </dsp:txBody>
      <dsp:txXfrm>
        <a:off x="2333" y="1862097"/>
        <a:ext cx="1594335" cy="637734"/>
      </dsp:txXfrm>
    </dsp:sp>
    <dsp:sp modelId="{C50F3847-B82E-43AC-9AF7-28BD02BBD86F}">
      <dsp:nvSpPr>
        <dsp:cNvPr id="0" name=""/>
        <dsp:cNvSpPr/>
      </dsp:nvSpPr>
      <dsp:spPr>
        <a:xfrm>
          <a:off x="2186573" y="586628"/>
          <a:ext cx="972544" cy="972544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B2D74D-A51F-48FF-8591-E15B900DF0D0}">
      <dsp:nvSpPr>
        <dsp:cNvPr id="0" name=""/>
        <dsp:cNvSpPr/>
      </dsp:nvSpPr>
      <dsp:spPr>
        <a:xfrm>
          <a:off x="2393837" y="793892"/>
          <a:ext cx="558017" cy="5580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829DB7-D761-4543-BD97-FA0B57E9E8D7}">
      <dsp:nvSpPr>
        <dsp:cNvPr id="0" name=""/>
        <dsp:cNvSpPr/>
      </dsp:nvSpPr>
      <dsp:spPr>
        <a:xfrm>
          <a:off x="1875678" y="1862097"/>
          <a:ext cx="1594335" cy="63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/>
            <a:t>HR portal for credit control</a:t>
          </a:r>
          <a:endParaRPr lang="en-US" sz="1500" kern="1200"/>
        </a:p>
      </dsp:txBody>
      <dsp:txXfrm>
        <a:off x="1875678" y="1862097"/>
        <a:ext cx="1594335" cy="637734"/>
      </dsp:txXfrm>
    </dsp:sp>
    <dsp:sp modelId="{4E68F0FA-91B2-4758-9659-402EC114C319}">
      <dsp:nvSpPr>
        <dsp:cNvPr id="0" name=""/>
        <dsp:cNvSpPr/>
      </dsp:nvSpPr>
      <dsp:spPr>
        <a:xfrm>
          <a:off x="4059918" y="586628"/>
          <a:ext cx="972544" cy="972544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A91F5E-3006-4557-8F36-3E4304EA5338}">
      <dsp:nvSpPr>
        <dsp:cNvPr id="0" name=""/>
        <dsp:cNvSpPr/>
      </dsp:nvSpPr>
      <dsp:spPr>
        <a:xfrm>
          <a:off x="4267182" y="793892"/>
          <a:ext cx="558017" cy="5580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5B431F-55E4-4CDE-AB07-A94D7C44FABE}">
      <dsp:nvSpPr>
        <dsp:cNvPr id="0" name=""/>
        <dsp:cNvSpPr/>
      </dsp:nvSpPr>
      <dsp:spPr>
        <a:xfrm>
          <a:off x="3749022" y="1862097"/>
          <a:ext cx="1594335" cy="63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/>
            <a:t>Canteen portal for operations</a:t>
          </a:r>
          <a:endParaRPr lang="en-US" sz="1500" kern="1200"/>
        </a:p>
      </dsp:txBody>
      <dsp:txXfrm>
        <a:off x="3749022" y="1862097"/>
        <a:ext cx="1594335" cy="637734"/>
      </dsp:txXfrm>
    </dsp:sp>
    <dsp:sp modelId="{5C556EA5-1909-4AEA-8F53-636C750B8FB6}">
      <dsp:nvSpPr>
        <dsp:cNvPr id="0" name=""/>
        <dsp:cNvSpPr/>
      </dsp:nvSpPr>
      <dsp:spPr>
        <a:xfrm>
          <a:off x="5933263" y="586628"/>
          <a:ext cx="972544" cy="972544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6B8B07-E3E6-4602-A7DF-BAC378DC1F26}">
      <dsp:nvSpPr>
        <dsp:cNvPr id="0" name=""/>
        <dsp:cNvSpPr/>
      </dsp:nvSpPr>
      <dsp:spPr>
        <a:xfrm>
          <a:off x="6140526" y="793892"/>
          <a:ext cx="558017" cy="55801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4E2E35-23F8-431E-92B9-2985D5C7FA7B}">
      <dsp:nvSpPr>
        <dsp:cNvPr id="0" name=""/>
        <dsp:cNvSpPr/>
      </dsp:nvSpPr>
      <dsp:spPr>
        <a:xfrm>
          <a:off x="5622367" y="1862097"/>
          <a:ext cx="1594335" cy="63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/>
            <a:t>End-to-end digital workflow</a:t>
          </a:r>
          <a:endParaRPr lang="en-US" sz="1500" kern="1200"/>
        </a:p>
      </dsp:txBody>
      <dsp:txXfrm>
        <a:off x="5622367" y="1862097"/>
        <a:ext cx="1594335" cy="6377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FC6F25-F2C5-47E9-A69D-0AFB799A6DB6}">
      <dsp:nvSpPr>
        <dsp:cNvPr id="0" name=""/>
        <dsp:cNvSpPr/>
      </dsp:nvSpPr>
      <dsp:spPr>
        <a:xfrm>
          <a:off x="155020" y="366215"/>
          <a:ext cx="914666" cy="91466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0FEFCB-0B9B-4615-8C16-1D2279C48B02}">
      <dsp:nvSpPr>
        <dsp:cNvPr id="0" name=""/>
        <dsp:cNvSpPr/>
      </dsp:nvSpPr>
      <dsp:spPr>
        <a:xfrm>
          <a:off x="347100" y="558295"/>
          <a:ext cx="530506" cy="5305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3602CA-4D9B-453B-8D79-9533230D5614}">
      <dsp:nvSpPr>
        <dsp:cNvPr id="0" name=""/>
        <dsp:cNvSpPr/>
      </dsp:nvSpPr>
      <dsp:spPr>
        <a:xfrm>
          <a:off x="1265686" y="366215"/>
          <a:ext cx="2155998" cy="914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Menu viewing &amp; pre-ordering</a:t>
          </a:r>
          <a:endParaRPr lang="en-US" sz="2400" kern="1200"/>
        </a:p>
      </dsp:txBody>
      <dsp:txXfrm>
        <a:off x="1265686" y="366215"/>
        <a:ext cx="2155998" cy="914666"/>
      </dsp:txXfrm>
    </dsp:sp>
    <dsp:sp modelId="{7AF344E4-B909-485D-80AF-88133FCAEBC6}">
      <dsp:nvSpPr>
        <dsp:cNvPr id="0" name=""/>
        <dsp:cNvSpPr/>
      </dsp:nvSpPr>
      <dsp:spPr>
        <a:xfrm>
          <a:off x="3797351" y="366215"/>
          <a:ext cx="914666" cy="91466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163551-22DF-4C8F-B69A-DD434AD583C7}">
      <dsp:nvSpPr>
        <dsp:cNvPr id="0" name=""/>
        <dsp:cNvSpPr/>
      </dsp:nvSpPr>
      <dsp:spPr>
        <a:xfrm>
          <a:off x="3989431" y="558295"/>
          <a:ext cx="530506" cy="5305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5772F6-DB23-4AC8-9A1F-D98D1B587F9B}">
      <dsp:nvSpPr>
        <dsp:cNvPr id="0" name=""/>
        <dsp:cNvSpPr/>
      </dsp:nvSpPr>
      <dsp:spPr>
        <a:xfrm>
          <a:off x="4908017" y="366215"/>
          <a:ext cx="2155998" cy="914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Credit-based payments</a:t>
          </a:r>
          <a:endParaRPr lang="en-US" sz="2400" kern="1200"/>
        </a:p>
      </dsp:txBody>
      <dsp:txXfrm>
        <a:off x="4908017" y="366215"/>
        <a:ext cx="2155998" cy="914666"/>
      </dsp:txXfrm>
    </dsp:sp>
    <dsp:sp modelId="{17956BB8-DE0F-4AAE-AD8C-2DB9D09FA1D1}">
      <dsp:nvSpPr>
        <dsp:cNvPr id="0" name=""/>
        <dsp:cNvSpPr/>
      </dsp:nvSpPr>
      <dsp:spPr>
        <a:xfrm>
          <a:off x="155020" y="1805579"/>
          <a:ext cx="914666" cy="91466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112D5E-5EDF-42D0-97C2-85809B22C83A}">
      <dsp:nvSpPr>
        <dsp:cNvPr id="0" name=""/>
        <dsp:cNvSpPr/>
      </dsp:nvSpPr>
      <dsp:spPr>
        <a:xfrm>
          <a:off x="347100" y="1997659"/>
          <a:ext cx="530506" cy="5305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7A0ED8-D4BE-478B-ACED-00302D116194}">
      <dsp:nvSpPr>
        <dsp:cNvPr id="0" name=""/>
        <dsp:cNvSpPr/>
      </dsp:nvSpPr>
      <dsp:spPr>
        <a:xfrm>
          <a:off x="1265686" y="1805579"/>
          <a:ext cx="2155998" cy="914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QR-based pickup</a:t>
          </a:r>
          <a:endParaRPr lang="en-US" sz="2400" kern="1200"/>
        </a:p>
      </dsp:txBody>
      <dsp:txXfrm>
        <a:off x="1265686" y="1805579"/>
        <a:ext cx="2155998" cy="914666"/>
      </dsp:txXfrm>
    </dsp:sp>
    <dsp:sp modelId="{53DF86C8-71E6-49C1-956D-7D80834A1750}">
      <dsp:nvSpPr>
        <dsp:cNvPr id="0" name=""/>
        <dsp:cNvSpPr/>
      </dsp:nvSpPr>
      <dsp:spPr>
        <a:xfrm>
          <a:off x="3797351" y="1805579"/>
          <a:ext cx="914666" cy="91466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7D2D10-5720-475E-A88E-691E6AAF1EF9}">
      <dsp:nvSpPr>
        <dsp:cNvPr id="0" name=""/>
        <dsp:cNvSpPr/>
      </dsp:nvSpPr>
      <dsp:spPr>
        <a:xfrm>
          <a:off x="3989431" y="1997659"/>
          <a:ext cx="530506" cy="5305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995EF0-22BF-4647-A617-415B771ACE53}">
      <dsp:nvSpPr>
        <dsp:cNvPr id="0" name=""/>
        <dsp:cNvSpPr/>
      </dsp:nvSpPr>
      <dsp:spPr>
        <a:xfrm>
          <a:off x="4908017" y="1805579"/>
          <a:ext cx="2155998" cy="914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Real-time order tracking</a:t>
          </a:r>
          <a:endParaRPr lang="en-US" sz="2400" kern="1200"/>
        </a:p>
      </dsp:txBody>
      <dsp:txXfrm>
        <a:off x="4908017" y="1805579"/>
        <a:ext cx="2155998" cy="91466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410AD5-FCF2-45F7-B971-95545C823D32}">
      <dsp:nvSpPr>
        <dsp:cNvPr id="0" name=""/>
        <dsp:cNvSpPr/>
      </dsp:nvSpPr>
      <dsp:spPr>
        <a:xfrm>
          <a:off x="155020" y="366215"/>
          <a:ext cx="914666" cy="91466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AA89E6-4E0A-4A66-886D-754EA088BD8C}">
      <dsp:nvSpPr>
        <dsp:cNvPr id="0" name=""/>
        <dsp:cNvSpPr/>
      </dsp:nvSpPr>
      <dsp:spPr>
        <a:xfrm>
          <a:off x="347100" y="558295"/>
          <a:ext cx="530506" cy="5305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32D0A5-722D-4148-88F7-AD26B678675B}">
      <dsp:nvSpPr>
        <dsp:cNvPr id="0" name=""/>
        <dsp:cNvSpPr/>
      </dsp:nvSpPr>
      <dsp:spPr>
        <a:xfrm>
          <a:off x="1265686" y="366215"/>
          <a:ext cx="2155998" cy="914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Control over credits &amp; subsidy</a:t>
          </a:r>
          <a:endParaRPr lang="en-US" sz="2100" kern="1200"/>
        </a:p>
      </dsp:txBody>
      <dsp:txXfrm>
        <a:off x="1265686" y="366215"/>
        <a:ext cx="2155998" cy="914666"/>
      </dsp:txXfrm>
    </dsp:sp>
    <dsp:sp modelId="{6AA8CE13-B2E1-487A-BF1F-2D63A87F0955}">
      <dsp:nvSpPr>
        <dsp:cNvPr id="0" name=""/>
        <dsp:cNvSpPr/>
      </dsp:nvSpPr>
      <dsp:spPr>
        <a:xfrm>
          <a:off x="3797351" y="366215"/>
          <a:ext cx="914666" cy="91466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69A5AD-9EE4-4C06-B492-7CF6BEC0923F}">
      <dsp:nvSpPr>
        <dsp:cNvPr id="0" name=""/>
        <dsp:cNvSpPr/>
      </dsp:nvSpPr>
      <dsp:spPr>
        <a:xfrm>
          <a:off x="3989431" y="558295"/>
          <a:ext cx="530506" cy="5305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30C8FD-AB38-4AEA-B450-87786E32D836}">
      <dsp:nvSpPr>
        <dsp:cNvPr id="0" name=""/>
        <dsp:cNvSpPr/>
      </dsp:nvSpPr>
      <dsp:spPr>
        <a:xfrm>
          <a:off x="4908017" y="366215"/>
          <a:ext cx="2155998" cy="914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Policy management</a:t>
          </a:r>
          <a:endParaRPr lang="en-US" sz="2100" kern="1200"/>
        </a:p>
      </dsp:txBody>
      <dsp:txXfrm>
        <a:off x="4908017" y="366215"/>
        <a:ext cx="2155998" cy="914666"/>
      </dsp:txXfrm>
    </dsp:sp>
    <dsp:sp modelId="{3BE3B9EB-85EB-438C-8203-A571241BE19B}">
      <dsp:nvSpPr>
        <dsp:cNvPr id="0" name=""/>
        <dsp:cNvSpPr/>
      </dsp:nvSpPr>
      <dsp:spPr>
        <a:xfrm>
          <a:off x="155020" y="1805579"/>
          <a:ext cx="914666" cy="91466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8B4720-29C2-4FC7-9C52-FAFC0539BD26}">
      <dsp:nvSpPr>
        <dsp:cNvPr id="0" name=""/>
        <dsp:cNvSpPr/>
      </dsp:nvSpPr>
      <dsp:spPr>
        <a:xfrm>
          <a:off x="347100" y="1997659"/>
          <a:ext cx="530506" cy="5305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4DECE7-ED9C-4D3E-82B9-BC008828258A}">
      <dsp:nvSpPr>
        <dsp:cNvPr id="0" name=""/>
        <dsp:cNvSpPr/>
      </dsp:nvSpPr>
      <dsp:spPr>
        <a:xfrm>
          <a:off x="1265686" y="1805579"/>
          <a:ext cx="2155998" cy="914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Audit-ready reports</a:t>
          </a:r>
          <a:endParaRPr lang="en-US" sz="2100" kern="1200"/>
        </a:p>
      </dsp:txBody>
      <dsp:txXfrm>
        <a:off x="1265686" y="1805579"/>
        <a:ext cx="2155998" cy="914666"/>
      </dsp:txXfrm>
    </dsp:sp>
    <dsp:sp modelId="{F32E6073-F4F3-48A3-918E-E2187EC0632B}">
      <dsp:nvSpPr>
        <dsp:cNvPr id="0" name=""/>
        <dsp:cNvSpPr/>
      </dsp:nvSpPr>
      <dsp:spPr>
        <a:xfrm>
          <a:off x="3797351" y="1805579"/>
          <a:ext cx="914666" cy="91466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D3593B-F1ED-4AB3-9918-5B0BD6CC2723}">
      <dsp:nvSpPr>
        <dsp:cNvPr id="0" name=""/>
        <dsp:cNvSpPr/>
      </dsp:nvSpPr>
      <dsp:spPr>
        <a:xfrm>
          <a:off x="3989431" y="1997659"/>
          <a:ext cx="530506" cy="5305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F19271-2A86-485F-BD2A-E0A96501C8B3}">
      <dsp:nvSpPr>
        <dsp:cNvPr id="0" name=""/>
        <dsp:cNvSpPr/>
      </dsp:nvSpPr>
      <dsp:spPr>
        <a:xfrm>
          <a:off x="4908017" y="1805579"/>
          <a:ext cx="2155998" cy="914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Department-wise tracking</a:t>
          </a:r>
          <a:endParaRPr lang="en-US" sz="2100" kern="1200"/>
        </a:p>
      </dsp:txBody>
      <dsp:txXfrm>
        <a:off x="4908017" y="1805579"/>
        <a:ext cx="2155998" cy="91466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4905F7-DE4A-4293-98D7-F8BB3FB63AFC}">
      <dsp:nvSpPr>
        <dsp:cNvPr id="0" name=""/>
        <dsp:cNvSpPr/>
      </dsp:nvSpPr>
      <dsp:spPr>
        <a:xfrm>
          <a:off x="881" y="1027710"/>
          <a:ext cx="2062078" cy="103103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No printing of coupons</a:t>
          </a:r>
          <a:endParaRPr lang="en-US" sz="2100" kern="1200"/>
        </a:p>
      </dsp:txBody>
      <dsp:txXfrm>
        <a:off x="31079" y="1057908"/>
        <a:ext cx="2001682" cy="970643"/>
      </dsp:txXfrm>
    </dsp:sp>
    <dsp:sp modelId="{F1AF4C8E-C3C7-4410-AEB4-5C744BB02AE3}">
      <dsp:nvSpPr>
        <dsp:cNvPr id="0" name=""/>
        <dsp:cNvSpPr/>
      </dsp:nvSpPr>
      <dsp:spPr>
        <a:xfrm>
          <a:off x="2578479" y="1027710"/>
          <a:ext cx="2062078" cy="1031039"/>
        </a:xfrm>
        <a:prstGeom prst="roundRect">
          <a:avLst>
            <a:gd name="adj" fmla="val 10000"/>
          </a:avLst>
        </a:prstGeom>
        <a:solidFill>
          <a:schemeClr val="accent5">
            <a:hueOff val="1219212"/>
            <a:satOff val="-9721"/>
            <a:lumOff val="-735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Reduced manual work</a:t>
          </a:r>
          <a:endParaRPr lang="en-US" sz="2100" kern="1200"/>
        </a:p>
      </dsp:txBody>
      <dsp:txXfrm>
        <a:off x="2608677" y="1057908"/>
        <a:ext cx="2001682" cy="970643"/>
      </dsp:txXfrm>
    </dsp:sp>
    <dsp:sp modelId="{D7863548-D075-4200-BA78-320F8CC0FD8E}">
      <dsp:nvSpPr>
        <dsp:cNvPr id="0" name=""/>
        <dsp:cNvSpPr/>
      </dsp:nvSpPr>
      <dsp:spPr>
        <a:xfrm>
          <a:off x="5156077" y="1027710"/>
          <a:ext cx="2062078" cy="1031039"/>
        </a:xfrm>
        <a:prstGeom prst="roundRect">
          <a:avLst>
            <a:gd name="adj" fmla="val 10000"/>
          </a:avLst>
        </a:prstGeom>
        <a:solidFill>
          <a:schemeClr val="accent5">
            <a:hueOff val="2438425"/>
            <a:satOff val="-19443"/>
            <a:lumOff val="-1470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Lower administrative cost</a:t>
          </a:r>
          <a:endParaRPr lang="en-US" sz="2100" kern="1200"/>
        </a:p>
      </dsp:txBody>
      <dsp:txXfrm>
        <a:off x="5186275" y="1057908"/>
        <a:ext cx="2001682" cy="97064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97FD33-E16D-4E83-9CFF-4960CB0FE44F}">
      <dsp:nvSpPr>
        <dsp:cNvPr id="0" name=""/>
        <dsp:cNvSpPr/>
      </dsp:nvSpPr>
      <dsp:spPr>
        <a:xfrm>
          <a:off x="1295760" y="725"/>
          <a:ext cx="1928131" cy="115687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No queue waiting</a:t>
          </a:r>
          <a:endParaRPr lang="en-US" sz="2600" kern="1200"/>
        </a:p>
      </dsp:txBody>
      <dsp:txXfrm>
        <a:off x="1329644" y="34609"/>
        <a:ext cx="1860363" cy="1089110"/>
      </dsp:txXfrm>
    </dsp:sp>
    <dsp:sp modelId="{B245F30D-2691-4D28-9F2B-D5803F06D1EC}">
      <dsp:nvSpPr>
        <dsp:cNvPr id="0" name=""/>
        <dsp:cNvSpPr/>
      </dsp:nvSpPr>
      <dsp:spPr>
        <a:xfrm>
          <a:off x="3393567" y="340076"/>
          <a:ext cx="408763" cy="47817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393567" y="435711"/>
        <a:ext cx="286134" cy="286906"/>
      </dsp:txXfrm>
    </dsp:sp>
    <dsp:sp modelId="{C8E91FDE-B098-4FD1-8F40-83E88E5C8ACE}">
      <dsp:nvSpPr>
        <dsp:cNvPr id="0" name=""/>
        <dsp:cNvSpPr/>
      </dsp:nvSpPr>
      <dsp:spPr>
        <a:xfrm>
          <a:off x="3995144" y="725"/>
          <a:ext cx="1928131" cy="115687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812808"/>
                <a:satOff val="-6481"/>
                <a:lumOff val="-4902"/>
                <a:alphaOff val="0"/>
                <a:tint val="98000"/>
                <a:lumMod val="114000"/>
              </a:schemeClr>
            </a:gs>
            <a:gs pos="100000">
              <a:schemeClr val="accent5">
                <a:hueOff val="812808"/>
                <a:satOff val="-6481"/>
                <a:lumOff val="-490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Order from desk</a:t>
          </a:r>
          <a:endParaRPr lang="en-US" sz="2600" kern="1200"/>
        </a:p>
      </dsp:txBody>
      <dsp:txXfrm>
        <a:off x="4029028" y="34609"/>
        <a:ext cx="1860363" cy="1089110"/>
      </dsp:txXfrm>
    </dsp:sp>
    <dsp:sp modelId="{BC8E1E23-6842-4719-A0D4-FE2B36728B3F}">
      <dsp:nvSpPr>
        <dsp:cNvPr id="0" name=""/>
        <dsp:cNvSpPr/>
      </dsp:nvSpPr>
      <dsp:spPr>
        <a:xfrm rot="5400000">
          <a:off x="4754828" y="1292573"/>
          <a:ext cx="408763" cy="47817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1219212"/>
                <a:satOff val="-9721"/>
                <a:lumOff val="-7353"/>
                <a:alphaOff val="0"/>
                <a:tint val="98000"/>
                <a:lumMod val="114000"/>
              </a:schemeClr>
            </a:gs>
            <a:gs pos="100000">
              <a:schemeClr val="accent5">
                <a:hueOff val="1219212"/>
                <a:satOff val="-9721"/>
                <a:lumOff val="-7353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-5400000">
        <a:off x="4815757" y="1327280"/>
        <a:ext cx="286906" cy="286134"/>
      </dsp:txXfrm>
    </dsp:sp>
    <dsp:sp modelId="{753EE618-57F6-45CC-9B4D-3704BBCB02D6}">
      <dsp:nvSpPr>
        <dsp:cNvPr id="0" name=""/>
        <dsp:cNvSpPr/>
      </dsp:nvSpPr>
      <dsp:spPr>
        <a:xfrm>
          <a:off x="3995144" y="1928856"/>
          <a:ext cx="1928131" cy="115687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1625617"/>
                <a:satOff val="-12962"/>
                <a:lumOff val="-9803"/>
                <a:alphaOff val="0"/>
                <a:tint val="98000"/>
                <a:lumMod val="114000"/>
              </a:schemeClr>
            </a:gs>
            <a:gs pos="100000">
              <a:schemeClr val="accent5">
                <a:hueOff val="1625617"/>
                <a:satOff val="-12962"/>
                <a:lumOff val="-9803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Faster pickup</a:t>
          </a:r>
          <a:endParaRPr lang="en-US" sz="2600" kern="1200"/>
        </a:p>
      </dsp:txBody>
      <dsp:txXfrm>
        <a:off x="4029028" y="1962740"/>
        <a:ext cx="1860363" cy="1089110"/>
      </dsp:txXfrm>
    </dsp:sp>
    <dsp:sp modelId="{B61A44CC-17F4-484C-97AD-916CEA999344}">
      <dsp:nvSpPr>
        <dsp:cNvPr id="0" name=""/>
        <dsp:cNvSpPr/>
      </dsp:nvSpPr>
      <dsp:spPr>
        <a:xfrm rot="10800000">
          <a:off x="3416705" y="2268207"/>
          <a:ext cx="408763" cy="47817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2438425"/>
                <a:satOff val="-19443"/>
                <a:lumOff val="-14705"/>
                <a:alphaOff val="0"/>
                <a:tint val="98000"/>
                <a:lumMod val="114000"/>
              </a:schemeClr>
            </a:gs>
            <a:gs pos="100000">
              <a:schemeClr val="accent5">
                <a:hueOff val="2438425"/>
                <a:satOff val="-19443"/>
                <a:lumOff val="-14705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3539334" y="2363842"/>
        <a:ext cx="286134" cy="286906"/>
      </dsp:txXfrm>
    </dsp:sp>
    <dsp:sp modelId="{4AE3CCBF-12A5-4DCB-A630-8900D66F7B17}">
      <dsp:nvSpPr>
        <dsp:cNvPr id="0" name=""/>
        <dsp:cNvSpPr/>
      </dsp:nvSpPr>
      <dsp:spPr>
        <a:xfrm>
          <a:off x="1295760" y="1928856"/>
          <a:ext cx="1928131" cy="115687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2438425"/>
                <a:satOff val="-19443"/>
                <a:lumOff val="-14705"/>
                <a:alphaOff val="0"/>
                <a:tint val="98000"/>
                <a:lumMod val="114000"/>
              </a:schemeClr>
            </a:gs>
            <a:gs pos="100000">
              <a:schemeClr val="accent5">
                <a:hueOff val="2438425"/>
                <a:satOff val="-19443"/>
                <a:lumOff val="-14705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Menu visibility</a:t>
          </a:r>
          <a:endParaRPr lang="en-US" sz="2600" kern="1200"/>
        </a:p>
      </dsp:txBody>
      <dsp:txXfrm>
        <a:off x="1329644" y="1962740"/>
        <a:ext cx="1860363" cy="108911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DC1B47-769F-45CB-A3A6-A89365FA121E}">
      <dsp:nvSpPr>
        <dsp:cNvPr id="0" name=""/>
        <dsp:cNvSpPr/>
      </dsp:nvSpPr>
      <dsp:spPr>
        <a:xfrm>
          <a:off x="155020" y="366215"/>
          <a:ext cx="914666" cy="91466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1B58DB-722F-44A2-8E1A-EFE3346B7AFD}">
      <dsp:nvSpPr>
        <dsp:cNvPr id="0" name=""/>
        <dsp:cNvSpPr/>
      </dsp:nvSpPr>
      <dsp:spPr>
        <a:xfrm>
          <a:off x="347100" y="558295"/>
          <a:ext cx="530506" cy="5305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559A3E-A4DC-4236-BA8E-4A69C5346A47}">
      <dsp:nvSpPr>
        <dsp:cNvPr id="0" name=""/>
        <dsp:cNvSpPr/>
      </dsp:nvSpPr>
      <dsp:spPr>
        <a:xfrm>
          <a:off x="1265686" y="366215"/>
          <a:ext cx="2155998" cy="914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Better demand planning</a:t>
          </a:r>
          <a:endParaRPr lang="en-US" sz="2300" kern="1200"/>
        </a:p>
      </dsp:txBody>
      <dsp:txXfrm>
        <a:off x="1265686" y="366215"/>
        <a:ext cx="2155998" cy="914666"/>
      </dsp:txXfrm>
    </dsp:sp>
    <dsp:sp modelId="{B0497A70-8876-41DC-B117-7AE791D0BFBB}">
      <dsp:nvSpPr>
        <dsp:cNvPr id="0" name=""/>
        <dsp:cNvSpPr/>
      </dsp:nvSpPr>
      <dsp:spPr>
        <a:xfrm>
          <a:off x="3797351" y="366215"/>
          <a:ext cx="914666" cy="91466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52EE0E-6D82-4DA8-90B7-CD7397CC0CC5}">
      <dsp:nvSpPr>
        <dsp:cNvPr id="0" name=""/>
        <dsp:cNvSpPr/>
      </dsp:nvSpPr>
      <dsp:spPr>
        <a:xfrm>
          <a:off x="3989431" y="558295"/>
          <a:ext cx="530506" cy="5305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EFD0E6-80EB-4862-A653-5C7F97439F0E}">
      <dsp:nvSpPr>
        <dsp:cNvPr id="0" name=""/>
        <dsp:cNvSpPr/>
      </dsp:nvSpPr>
      <dsp:spPr>
        <a:xfrm>
          <a:off x="4908017" y="366215"/>
          <a:ext cx="2155998" cy="914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Reduced food wastage</a:t>
          </a:r>
          <a:endParaRPr lang="en-US" sz="2300" kern="1200"/>
        </a:p>
      </dsp:txBody>
      <dsp:txXfrm>
        <a:off x="4908017" y="366215"/>
        <a:ext cx="2155998" cy="914666"/>
      </dsp:txXfrm>
    </dsp:sp>
    <dsp:sp modelId="{3F036052-C5BC-4588-809C-665D697ED0D0}">
      <dsp:nvSpPr>
        <dsp:cNvPr id="0" name=""/>
        <dsp:cNvSpPr/>
      </dsp:nvSpPr>
      <dsp:spPr>
        <a:xfrm>
          <a:off x="155020" y="1805579"/>
          <a:ext cx="914666" cy="91466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C107ED-17CF-44BC-BEBE-ADEAE52BCC0C}">
      <dsp:nvSpPr>
        <dsp:cNvPr id="0" name=""/>
        <dsp:cNvSpPr/>
      </dsp:nvSpPr>
      <dsp:spPr>
        <a:xfrm>
          <a:off x="347100" y="1997659"/>
          <a:ext cx="530506" cy="5305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81EF30-FB0D-4568-9BCC-5CD1E4D51663}">
      <dsp:nvSpPr>
        <dsp:cNvPr id="0" name=""/>
        <dsp:cNvSpPr/>
      </dsp:nvSpPr>
      <dsp:spPr>
        <a:xfrm>
          <a:off x="1265686" y="1805579"/>
          <a:ext cx="2155998" cy="914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Organized order handling</a:t>
          </a:r>
          <a:endParaRPr lang="en-US" sz="2300" kern="1200"/>
        </a:p>
      </dsp:txBody>
      <dsp:txXfrm>
        <a:off x="1265686" y="1805579"/>
        <a:ext cx="2155998" cy="914666"/>
      </dsp:txXfrm>
    </dsp:sp>
    <dsp:sp modelId="{C83E1D44-47F9-44C8-94DB-96D5F2B4037B}">
      <dsp:nvSpPr>
        <dsp:cNvPr id="0" name=""/>
        <dsp:cNvSpPr/>
      </dsp:nvSpPr>
      <dsp:spPr>
        <a:xfrm>
          <a:off x="3797351" y="1805579"/>
          <a:ext cx="914666" cy="91466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0BF558-8571-4FC7-AADE-6801443A4C35}">
      <dsp:nvSpPr>
        <dsp:cNvPr id="0" name=""/>
        <dsp:cNvSpPr/>
      </dsp:nvSpPr>
      <dsp:spPr>
        <a:xfrm>
          <a:off x="3989431" y="1997659"/>
          <a:ext cx="530506" cy="5305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8640EE-255B-4150-9C41-C0A7F0ECF877}">
      <dsp:nvSpPr>
        <dsp:cNvPr id="0" name=""/>
        <dsp:cNvSpPr/>
      </dsp:nvSpPr>
      <dsp:spPr>
        <a:xfrm>
          <a:off x="4908017" y="1805579"/>
          <a:ext cx="2155998" cy="914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Digital billing</a:t>
          </a:r>
          <a:endParaRPr lang="en-US" sz="2300" kern="1200"/>
        </a:p>
      </dsp:txBody>
      <dsp:txXfrm>
        <a:off x="4908017" y="1805579"/>
        <a:ext cx="2155998" cy="91466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274BE8-8166-42AE-9A4C-260D74F8782C}">
      <dsp:nvSpPr>
        <dsp:cNvPr id="0" name=""/>
        <dsp:cNvSpPr/>
      </dsp:nvSpPr>
      <dsp:spPr>
        <a:xfrm>
          <a:off x="0" y="2177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681828-643B-44D1-95B6-A1F23DCB6970}">
      <dsp:nvSpPr>
        <dsp:cNvPr id="0" name=""/>
        <dsp:cNvSpPr/>
      </dsp:nvSpPr>
      <dsp:spPr>
        <a:xfrm>
          <a:off x="333853" y="250498"/>
          <a:ext cx="607006" cy="6070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D100EA-1D4F-4C29-B8BA-7BB44F37A106}">
      <dsp:nvSpPr>
        <dsp:cNvPr id="0" name=""/>
        <dsp:cNvSpPr/>
      </dsp:nvSpPr>
      <dsp:spPr>
        <a:xfrm>
          <a:off x="1274714" y="2177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Track sales accurately</a:t>
          </a:r>
          <a:endParaRPr lang="en-US" sz="2200" kern="1200"/>
        </a:p>
      </dsp:txBody>
      <dsp:txXfrm>
        <a:off x="1274714" y="2177"/>
        <a:ext cx="3518741" cy="1103648"/>
      </dsp:txXfrm>
    </dsp:sp>
    <dsp:sp modelId="{1BC36C27-19DD-48D7-845A-CC7C9A92C0F7}">
      <dsp:nvSpPr>
        <dsp:cNvPr id="0" name=""/>
        <dsp:cNvSpPr/>
      </dsp:nvSpPr>
      <dsp:spPr>
        <a:xfrm>
          <a:off x="0" y="1381738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450CF-9448-4B79-8FFB-150C351B55C2}">
      <dsp:nvSpPr>
        <dsp:cNvPr id="0" name=""/>
        <dsp:cNvSpPr/>
      </dsp:nvSpPr>
      <dsp:spPr>
        <a:xfrm>
          <a:off x="333853" y="1630059"/>
          <a:ext cx="607006" cy="6070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B10117-4A11-4031-B8D3-ABC276C63E1E}">
      <dsp:nvSpPr>
        <dsp:cNvPr id="0" name=""/>
        <dsp:cNvSpPr/>
      </dsp:nvSpPr>
      <dsp:spPr>
        <a:xfrm>
          <a:off x="1274714" y="1381738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Monitor subsidy usage</a:t>
          </a:r>
          <a:endParaRPr lang="en-US" sz="2200" kern="1200"/>
        </a:p>
      </dsp:txBody>
      <dsp:txXfrm>
        <a:off x="1274714" y="1381738"/>
        <a:ext cx="3518741" cy="1103648"/>
      </dsp:txXfrm>
    </dsp:sp>
    <dsp:sp modelId="{59730815-B1F6-4103-B313-558DDFFB3070}">
      <dsp:nvSpPr>
        <dsp:cNvPr id="0" name=""/>
        <dsp:cNvSpPr/>
      </dsp:nvSpPr>
      <dsp:spPr>
        <a:xfrm>
          <a:off x="0" y="2761299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07A0EA-D6E9-41EC-926D-569D5FF7CBAA}">
      <dsp:nvSpPr>
        <dsp:cNvPr id="0" name=""/>
        <dsp:cNvSpPr/>
      </dsp:nvSpPr>
      <dsp:spPr>
        <a:xfrm>
          <a:off x="333853" y="3009620"/>
          <a:ext cx="607006" cy="6070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C30BF2-2CAF-489C-AC04-75B20239ACF3}">
      <dsp:nvSpPr>
        <dsp:cNvPr id="0" name=""/>
        <dsp:cNvSpPr/>
      </dsp:nvSpPr>
      <dsp:spPr>
        <a:xfrm>
          <a:off x="1274714" y="2761299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Financial clarity</a:t>
          </a:r>
          <a:endParaRPr lang="en-US" sz="2200" kern="1200"/>
        </a:p>
      </dsp:txBody>
      <dsp:txXfrm>
        <a:off x="1274714" y="2761299"/>
        <a:ext cx="3518741" cy="1103648"/>
      </dsp:txXfrm>
    </dsp:sp>
    <dsp:sp modelId="{CFE62AA2-4067-4782-8515-81A7E6427A2A}">
      <dsp:nvSpPr>
        <dsp:cNvPr id="0" name=""/>
        <dsp:cNvSpPr/>
      </dsp:nvSpPr>
      <dsp:spPr>
        <a:xfrm>
          <a:off x="0" y="4140860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1EA012-CA91-4036-ADD2-80A32A407F89}">
      <dsp:nvSpPr>
        <dsp:cNvPr id="0" name=""/>
        <dsp:cNvSpPr/>
      </dsp:nvSpPr>
      <dsp:spPr>
        <a:xfrm>
          <a:off x="333853" y="4389181"/>
          <a:ext cx="607006" cy="6070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F4CFF5-160D-4B9A-8360-0A9A8AE42459}">
      <dsp:nvSpPr>
        <dsp:cNvPr id="0" name=""/>
        <dsp:cNvSpPr/>
      </dsp:nvSpPr>
      <dsp:spPr>
        <a:xfrm>
          <a:off x="1274714" y="4140860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Better planning</a:t>
          </a:r>
          <a:endParaRPr lang="en-US" sz="2200" kern="1200"/>
        </a:p>
      </dsp:txBody>
      <dsp:txXfrm>
        <a:off x="1274714" y="4140860"/>
        <a:ext cx="3518741" cy="110364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EB613D-12E0-4223-92FA-7B58E4574BFE}">
      <dsp:nvSpPr>
        <dsp:cNvPr id="0" name=""/>
        <dsp:cNvSpPr/>
      </dsp:nvSpPr>
      <dsp:spPr>
        <a:xfrm>
          <a:off x="0" y="2177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2E8893-421D-4485-91D2-FEBB75087798}">
      <dsp:nvSpPr>
        <dsp:cNvPr id="0" name=""/>
        <dsp:cNvSpPr/>
      </dsp:nvSpPr>
      <dsp:spPr>
        <a:xfrm>
          <a:off x="333853" y="250498"/>
          <a:ext cx="607006" cy="6070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E89D02-9684-4B95-BFF4-ED29FC804C5B}">
      <dsp:nvSpPr>
        <dsp:cNvPr id="0" name=""/>
        <dsp:cNvSpPr/>
      </dsp:nvSpPr>
      <dsp:spPr>
        <a:xfrm>
          <a:off x="1274714" y="2177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HR allocates credits</a:t>
          </a:r>
          <a:endParaRPr lang="en-US" sz="2200" kern="1200"/>
        </a:p>
      </dsp:txBody>
      <dsp:txXfrm>
        <a:off x="1274714" y="2177"/>
        <a:ext cx="3518741" cy="1103648"/>
      </dsp:txXfrm>
    </dsp:sp>
    <dsp:sp modelId="{DB08C4E2-D943-41E8-B6A9-9BE822128DD3}">
      <dsp:nvSpPr>
        <dsp:cNvPr id="0" name=""/>
        <dsp:cNvSpPr/>
      </dsp:nvSpPr>
      <dsp:spPr>
        <a:xfrm>
          <a:off x="0" y="1381738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A06441-43D3-4DAC-BB19-60EA9714D5EC}">
      <dsp:nvSpPr>
        <dsp:cNvPr id="0" name=""/>
        <dsp:cNvSpPr/>
      </dsp:nvSpPr>
      <dsp:spPr>
        <a:xfrm>
          <a:off x="333853" y="1630059"/>
          <a:ext cx="607006" cy="6070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93AAA4-75B7-4847-9D9B-2E928B852C0D}">
      <dsp:nvSpPr>
        <dsp:cNvPr id="0" name=""/>
        <dsp:cNvSpPr/>
      </dsp:nvSpPr>
      <dsp:spPr>
        <a:xfrm>
          <a:off x="1274714" y="1381738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Canteen publishes menu</a:t>
          </a:r>
          <a:endParaRPr lang="en-US" sz="2200" kern="1200"/>
        </a:p>
      </dsp:txBody>
      <dsp:txXfrm>
        <a:off x="1274714" y="1381738"/>
        <a:ext cx="3518741" cy="1103648"/>
      </dsp:txXfrm>
    </dsp:sp>
    <dsp:sp modelId="{6E2BA2DF-6ED2-406C-9FF8-42FEF49D9D4A}">
      <dsp:nvSpPr>
        <dsp:cNvPr id="0" name=""/>
        <dsp:cNvSpPr/>
      </dsp:nvSpPr>
      <dsp:spPr>
        <a:xfrm>
          <a:off x="0" y="2761299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6C2E85-12E7-4E5F-9EA0-9C412DA98A61}">
      <dsp:nvSpPr>
        <dsp:cNvPr id="0" name=""/>
        <dsp:cNvSpPr/>
      </dsp:nvSpPr>
      <dsp:spPr>
        <a:xfrm>
          <a:off x="333853" y="3009620"/>
          <a:ext cx="607006" cy="6070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F40173-607D-4F49-A7FA-0DC9EA33AE49}">
      <dsp:nvSpPr>
        <dsp:cNvPr id="0" name=""/>
        <dsp:cNvSpPr/>
      </dsp:nvSpPr>
      <dsp:spPr>
        <a:xfrm>
          <a:off x="1274714" y="2761299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Staff pre-books food</a:t>
          </a:r>
          <a:endParaRPr lang="en-US" sz="2200" kern="1200"/>
        </a:p>
      </dsp:txBody>
      <dsp:txXfrm>
        <a:off x="1274714" y="2761299"/>
        <a:ext cx="3518741" cy="1103648"/>
      </dsp:txXfrm>
    </dsp:sp>
    <dsp:sp modelId="{ECA0B5EC-4072-4E84-A328-9F14DE2F0CB6}">
      <dsp:nvSpPr>
        <dsp:cNvPr id="0" name=""/>
        <dsp:cNvSpPr/>
      </dsp:nvSpPr>
      <dsp:spPr>
        <a:xfrm>
          <a:off x="0" y="4140860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1F4078-B7E1-4244-B521-661BD16D039F}">
      <dsp:nvSpPr>
        <dsp:cNvPr id="0" name=""/>
        <dsp:cNvSpPr/>
      </dsp:nvSpPr>
      <dsp:spPr>
        <a:xfrm>
          <a:off x="333853" y="4389181"/>
          <a:ext cx="607006" cy="6070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CD958F-25B1-4632-8573-58C322784F1A}">
      <dsp:nvSpPr>
        <dsp:cNvPr id="0" name=""/>
        <dsp:cNvSpPr/>
      </dsp:nvSpPr>
      <dsp:spPr>
        <a:xfrm>
          <a:off x="1274714" y="4140860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Order processed &amp; billed digitally</a:t>
          </a:r>
          <a:endParaRPr lang="en-US" sz="2200" kern="1200"/>
        </a:p>
      </dsp:txBody>
      <dsp:txXfrm>
        <a:off x="1274714" y="4140860"/>
        <a:ext cx="3518741" cy="110364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88E097-BE87-4511-ABE8-F9F094614ECF}">
      <dsp:nvSpPr>
        <dsp:cNvPr id="0" name=""/>
        <dsp:cNvSpPr/>
      </dsp:nvSpPr>
      <dsp:spPr>
        <a:xfrm>
          <a:off x="1295760" y="725"/>
          <a:ext cx="1928131" cy="115687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Approval for MVP development</a:t>
          </a:r>
          <a:endParaRPr lang="en-US" sz="1700" kern="1200"/>
        </a:p>
      </dsp:txBody>
      <dsp:txXfrm>
        <a:off x="1329644" y="34609"/>
        <a:ext cx="1860363" cy="1089110"/>
      </dsp:txXfrm>
    </dsp:sp>
    <dsp:sp modelId="{8D9E5AA6-A942-4121-9FB5-FB0058D6DB54}">
      <dsp:nvSpPr>
        <dsp:cNvPr id="0" name=""/>
        <dsp:cNvSpPr/>
      </dsp:nvSpPr>
      <dsp:spPr>
        <a:xfrm>
          <a:off x="3393567" y="340076"/>
          <a:ext cx="408763" cy="4781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393567" y="435711"/>
        <a:ext cx="286134" cy="286906"/>
      </dsp:txXfrm>
    </dsp:sp>
    <dsp:sp modelId="{3FB8E79E-BB34-41FC-8685-66DE6A4AA321}">
      <dsp:nvSpPr>
        <dsp:cNvPr id="0" name=""/>
        <dsp:cNvSpPr/>
      </dsp:nvSpPr>
      <dsp:spPr>
        <a:xfrm>
          <a:off x="3995144" y="725"/>
          <a:ext cx="1928131" cy="115687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Proceed with timeline &amp; implementation</a:t>
          </a:r>
          <a:endParaRPr lang="en-US" sz="1700" kern="1200"/>
        </a:p>
      </dsp:txBody>
      <dsp:txXfrm>
        <a:off x="4029028" y="34609"/>
        <a:ext cx="1860363" cy="1089110"/>
      </dsp:txXfrm>
    </dsp:sp>
    <dsp:sp modelId="{69FA0DE3-097C-47A5-A6D4-275AD2CB9E70}">
      <dsp:nvSpPr>
        <dsp:cNvPr id="0" name=""/>
        <dsp:cNvSpPr/>
      </dsp:nvSpPr>
      <dsp:spPr>
        <a:xfrm rot="5400000">
          <a:off x="4754828" y="1292573"/>
          <a:ext cx="408763" cy="4781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4815757" y="1327280"/>
        <a:ext cx="286906" cy="286134"/>
      </dsp:txXfrm>
    </dsp:sp>
    <dsp:sp modelId="{064FC7FE-ED44-479D-98AD-E5D1C41A856E}">
      <dsp:nvSpPr>
        <dsp:cNvPr id="0" name=""/>
        <dsp:cNvSpPr/>
      </dsp:nvSpPr>
      <dsp:spPr>
        <a:xfrm>
          <a:off x="3995144" y="1928856"/>
          <a:ext cx="1928131" cy="115687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Start phased execution</a:t>
          </a:r>
          <a:endParaRPr lang="en-US" sz="1700" kern="1200"/>
        </a:p>
      </dsp:txBody>
      <dsp:txXfrm>
        <a:off x="4029028" y="1962740"/>
        <a:ext cx="1860363" cy="10891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472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308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64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139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967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26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19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227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022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333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81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305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8380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940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44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16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7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459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700">
                <a:solidFill>
                  <a:srgbClr val="EBEBEB"/>
                </a:solidFill>
              </a:rPr>
              <a:t>Smart Canteen Management System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8E264F-69BA-DBC6-D499-9875E93EE3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2171387"/>
              </p:ext>
            </p:extLst>
          </p:nvPr>
        </p:nvGraphicFramePr>
        <p:xfrm>
          <a:off x="965200" y="2925232"/>
          <a:ext cx="7219037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Objective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AE272D-6598-E8EB-9F2D-7E2C264E35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3359411"/>
              </p:ext>
            </p:extLst>
          </p:nvPr>
        </p:nvGraphicFramePr>
        <p:xfrm>
          <a:off x="965200" y="2925232"/>
          <a:ext cx="7219037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Current Challenges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B73990-F8F5-EE7C-CF4C-AE7AE229C3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56665"/>
              </p:ext>
            </p:extLst>
          </p:nvPr>
        </p:nvGraphicFramePr>
        <p:xfrm>
          <a:off x="965200" y="2925232"/>
          <a:ext cx="7219037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Proposed Solution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27E712-5008-67E2-DDA5-2EB5B14DE6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7380805"/>
              </p:ext>
            </p:extLst>
          </p:nvPr>
        </p:nvGraphicFramePr>
        <p:xfrm>
          <a:off x="965200" y="2925232"/>
          <a:ext cx="7219037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Key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084B90-BCB5-648D-CAB7-E261998A38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5575871"/>
              </p:ext>
            </p:extLst>
          </p:nvPr>
        </p:nvGraphicFramePr>
        <p:xfrm>
          <a:off x="965200" y="2925232"/>
          <a:ext cx="7219037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HR Benefits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B2474D-3F93-7080-0771-7BB01BD8F0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9618973"/>
              </p:ext>
            </p:extLst>
          </p:nvPr>
        </p:nvGraphicFramePr>
        <p:xfrm>
          <a:off x="965200" y="2925232"/>
          <a:ext cx="7219037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Cost Savings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1450457-277F-8866-8567-8FF9628605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1071325"/>
              </p:ext>
            </p:extLst>
          </p:nvPr>
        </p:nvGraphicFramePr>
        <p:xfrm>
          <a:off x="965200" y="2925232"/>
          <a:ext cx="7219037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Employee Benefits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B8CD0C-3D0F-90ED-F6B6-8528343044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4437624"/>
              </p:ext>
            </p:extLst>
          </p:nvPr>
        </p:nvGraphicFramePr>
        <p:xfrm>
          <a:off x="965200" y="2925232"/>
          <a:ext cx="7219037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Canteen Benefits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299721-F70E-984C-0A1B-42B239559C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6589513"/>
              </p:ext>
            </p:extLst>
          </p:nvPr>
        </p:nvGraphicFramePr>
        <p:xfrm>
          <a:off x="965200" y="2925232"/>
          <a:ext cx="7219037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IN" sz="2200">
                <a:solidFill>
                  <a:srgbClr val="EBEBEB"/>
                </a:solidFill>
              </a:rPr>
              <a:t>Revenue &amp; Transparency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0535D9-D440-33A0-A48E-B4559430F9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8401786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Workflow Overview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1C0B5E-0570-9F69-9CD7-B9CBA980B0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1221242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Approval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058CF3-B9A4-2B4D-AFD6-E32335E170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4341860"/>
              </p:ext>
            </p:extLst>
          </p:nvPr>
        </p:nvGraphicFramePr>
        <p:xfrm>
          <a:off x="965200" y="2925232"/>
          <a:ext cx="7219037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</TotalTime>
  <Words>169</Words>
  <Application>Microsoft Office PowerPoint</Application>
  <PresentationFormat>On-screen Show (4:3)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 Boardroom</vt:lpstr>
      <vt:lpstr>Smart Canteen Management System</vt:lpstr>
      <vt:lpstr>Objective</vt:lpstr>
      <vt:lpstr>Current Challenges</vt:lpstr>
      <vt:lpstr>Proposed Solution</vt:lpstr>
      <vt:lpstr>Key Features</vt:lpstr>
      <vt:lpstr>HR Benefits</vt:lpstr>
      <vt:lpstr>Cost Savings</vt:lpstr>
      <vt:lpstr>Employee Benefits</vt:lpstr>
      <vt:lpstr>Canteen Benefits</vt:lpstr>
      <vt:lpstr>Revenue &amp; Transparency</vt:lpstr>
      <vt:lpstr>Workflow Overview</vt:lpstr>
      <vt:lpstr>Approval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SANTOSH SHASHIKANT MEHER</cp:lastModifiedBy>
  <cp:revision>2</cp:revision>
  <dcterms:created xsi:type="dcterms:W3CDTF">2013-01-27T09:14:16Z</dcterms:created>
  <dcterms:modified xsi:type="dcterms:W3CDTF">2026-05-14T15:20:15Z</dcterms:modified>
  <cp:category/>
</cp:coreProperties>
</file>